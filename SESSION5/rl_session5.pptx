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8"/>
  </p:notesMasterIdLst>
  <p:sldIdLst>
    <p:sldId id="2134804501" r:id="rId2"/>
    <p:sldId id="257" r:id="rId3"/>
    <p:sldId id="258" r:id="rId4"/>
    <p:sldId id="2134804522" r:id="rId5"/>
    <p:sldId id="2134804502" r:id="rId6"/>
    <p:sldId id="2134804539" r:id="rId7"/>
    <p:sldId id="2134804519" r:id="rId8"/>
    <p:sldId id="2134804520" r:id="rId9"/>
    <p:sldId id="2134804532" r:id="rId10"/>
    <p:sldId id="2134804529" r:id="rId11"/>
    <p:sldId id="2134804503" r:id="rId12"/>
    <p:sldId id="2134804523" r:id="rId13"/>
    <p:sldId id="2134804508" r:id="rId14"/>
    <p:sldId id="2134804524" r:id="rId15"/>
    <p:sldId id="2134804526" r:id="rId16"/>
    <p:sldId id="2134804527" r:id="rId17"/>
    <p:sldId id="2134804528" r:id="rId18"/>
    <p:sldId id="2134804541" r:id="rId19"/>
    <p:sldId id="2134804542" r:id="rId20"/>
    <p:sldId id="2134804543" r:id="rId21"/>
    <p:sldId id="2134804544" r:id="rId22"/>
    <p:sldId id="2134804530" r:id="rId23"/>
    <p:sldId id="2134804518" r:id="rId24"/>
    <p:sldId id="2134804510" r:id="rId25"/>
    <p:sldId id="2134804506" r:id="rId26"/>
    <p:sldId id="2134804533" r:id="rId27"/>
    <p:sldId id="2134804505" r:id="rId28"/>
    <p:sldId id="2134804534" r:id="rId29"/>
    <p:sldId id="2134804535" r:id="rId30"/>
    <p:sldId id="2134804540" r:id="rId31"/>
    <p:sldId id="2134804513" r:id="rId32"/>
    <p:sldId id="2134804531" r:id="rId33"/>
    <p:sldId id="2134804537" r:id="rId34"/>
    <p:sldId id="2134804538" r:id="rId35"/>
    <p:sldId id="2134804545" r:id="rId36"/>
    <p:sldId id="2134804507" r:id="rId37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274B75-6F7B-69A6-4291-8EB76D2B4AD9}" v="1031" dt="2026-04-09T09:14:59.709"/>
    <p1510:client id="{B5E394C2-489E-4B60-9E86-6906FD846563}" v="688" dt="2026-04-09T18:37:35.724"/>
    <p1510:client id="{CB7C7B16-6EA7-6D45-AA11-2CD4EACB040E}" v="9633" dt="2026-04-10T05:50:11.107"/>
    <p1510:client id="{DB32CA10-68FD-574F-9A9E-079B34AE8A20}" v="1370" dt="2026-04-10T05:17:51.978"/>
    <p1510:client id="{DD65DD26-1AB9-EA9C-4383-038C32150796}" v="475" dt="2026-04-09T20:47:14.055"/>
    <p1510:client id="{E007C42B-DA0F-FBC0-62A7-B897E592075E}" v="5" dt="2026-04-10T05:30:07.4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#GOH SI QI#" userId="S::siqi005@e.ntu.edu.sg::de5db2cc-bde6-44aa-9493-4f6ee223b8b1" providerId="AD" clId="Web-{B5E394C2-489E-4B60-9E86-6906FD846563}"/>
    <pc:docChg chg="addSld modSld">
      <pc:chgData name="#GOH SI QI#" userId="S::siqi005@e.ntu.edu.sg::de5db2cc-bde6-44aa-9493-4f6ee223b8b1" providerId="AD" clId="Web-{B5E394C2-489E-4B60-9E86-6906FD846563}" dt="2026-04-09T18:37:33.739" v="627" actId="20577"/>
      <pc:docMkLst>
        <pc:docMk/>
      </pc:docMkLst>
      <pc:sldChg chg="modSp mod modShow">
        <pc:chgData name="#GOH SI QI#" userId="S::siqi005@e.ntu.edu.sg::de5db2cc-bde6-44aa-9493-4f6ee223b8b1" providerId="AD" clId="Web-{B5E394C2-489E-4B60-9E86-6906FD846563}" dt="2026-04-09T18:04:05.032" v="397"/>
        <pc:sldMkLst>
          <pc:docMk/>
          <pc:sldMk cId="3160511451" sldId="2134804507"/>
        </pc:sldMkLst>
        <pc:spChg chg="mod">
          <ac:chgData name="#GOH SI QI#" userId="S::siqi005@e.ntu.edu.sg::de5db2cc-bde6-44aa-9493-4f6ee223b8b1" providerId="AD" clId="Web-{B5E394C2-489E-4B60-9E86-6906FD846563}" dt="2026-04-09T17:46:50.711" v="1" actId="1076"/>
          <ac:spMkLst>
            <pc:docMk/>
            <pc:sldMk cId="3160511451" sldId="2134804507"/>
            <ac:spMk id="25" creationId="{B4CF6F03-EC41-278E-E693-F43F2E7662DD}"/>
          </ac:spMkLst>
        </pc:spChg>
        <pc:grpChg chg="mod">
          <ac:chgData name="#GOH SI QI#" userId="S::siqi005@e.ntu.edu.sg::de5db2cc-bde6-44aa-9493-4f6ee223b8b1" providerId="AD" clId="Web-{B5E394C2-489E-4B60-9E86-6906FD846563}" dt="2026-04-09T17:46:46.805" v="0" actId="1076"/>
          <ac:grpSpMkLst>
            <pc:docMk/>
            <pc:sldMk cId="3160511451" sldId="2134804507"/>
            <ac:grpSpMk id="27" creationId="{C8FF4DFB-0D31-F807-2956-6D92E0DE34C2}"/>
          </ac:grpSpMkLst>
        </pc:grpChg>
      </pc:sldChg>
      <pc:sldChg chg="addSp delSp modSp">
        <pc:chgData name="#GOH SI QI#" userId="S::siqi005@e.ntu.edu.sg::de5db2cc-bde6-44aa-9493-4f6ee223b8b1" providerId="AD" clId="Web-{B5E394C2-489E-4B60-9E86-6906FD846563}" dt="2026-04-09T18:18:11.975" v="598" actId="1076"/>
        <pc:sldMkLst>
          <pc:docMk/>
          <pc:sldMk cId="1837336128" sldId="2134804519"/>
        </pc:sldMkLst>
        <pc:spChg chg="del">
          <ac:chgData name="#GOH SI QI#" userId="S::siqi005@e.ntu.edu.sg::de5db2cc-bde6-44aa-9493-4f6ee223b8b1" providerId="AD" clId="Web-{B5E394C2-489E-4B60-9E86-6906FD846563}" dt="2026-04-09T18:13:29.853" v="470"/>
          <ac:spMkLst>
            <pc:docMk/>
            <pc:sldMk cId="1837336128" sldId="2134804519"/>
            <ac:spMk id="4" creationId="{931055F3-8983-F79C-01A6-0A6743991AFA}"/>
          </ac:spMkLst>
        </pc:spChg>
        <pc:spChg chg="mod">
          <ac:chgData name="#GOH SI QI#" userId="S::siqi005@e.ntu.edu.sg::de5db2cc-bde6-44aa-9493-4f6ee223b8b1" providerId="AD" clId="Web-{B5E394C2-489E-4B60-9E86-6906FD846563}" dt="2026-04-09T18:17:58.600" v="595" actId="1076"/>
          <ac:spMkLst>
            <pc:docMk/>
            <pc:sldMk cId="1837336128" sldId="2134804519"/>
            <ac:spMk id="6" creationId="{D3C8BB5A-9A1B-9B3E-B0CA-B7DF8B3AFCE7}"/>
          </ac:spMkLst>
        </pc:spChg>
        <pc:spChg chg="mod">
          <ac:chgData name="#GOH SI QI#" userId="S::siqi005@e.ntu.edu.sg::de5db2cc-bde6-44aa-9493-4f6ee223b8b1" providerId="AD" clId="Web-{B5E394C2-489E-4B60-9E86-6906FD846563}" dt="2026-04-09T18:08:50.324" v="463" actId="1076"/>
          <ac:spMkLst>
            <pc:docMk/>
            <pc:sldMk cId="1837336128" sldId="2134804519"/>
            <ac:spMk id="11" creationId="{C9665CD9-598C-C7DD-2DD4-14870C716486}"/>
          </ac:spMkLst>
        </pc:spChg>
        <pc:spChg chg="del">
          <ac:chgData name="#GOH SI QI#" userId="S::siqi005@e.ntu.edu.sg::de5db2cc-bde6-44aa-9493-4f6ee223b8b1" providerId="AD" clId="Web-{B5E394C2-489E-4B60-9E86-6906FD846563}" dt="2026-04-09T18:13:29.853" v="468"/>
          <ac:spMkLst>
            <pc:docMk/>
            <pc:sldMk cId="1837336128" sldId="2134804519"/>
            <ac:spMk id="12" creationId="{839F324D-3D39-2D48-B74C-B7D0474B6A00}"/>
          </ac:spMkLst>
        </pc:spChg>
        <pc:spChg chg="mod">
          <ac:chgData name="#GOH SI QI#" userId="S::siqi005@e.ntu.edu.sg::de5db2cc-bde6-44aa-9493-4f6ee223b8b1" providerId="AD" clId="Web-{B5E394C2-489E-4B60-9E86-6906FD846563}" dt="2026-04-09T18:18:11.975" v="598" actId="1076"/>
          <ac:spMkLst>
            <pc:docMk/>
            <pc:sldMk cId="1837336128" sldId="2134804519"/>
            <ac:spMk id="13" creationId="{6464B991-F22F-D99B-807A-B778127AF1A8}"/>
          </ac:spMkLst>
        </pc:spChg>
        <pc:spChg chg="add del mod">
          <ac:chgData name="#GOH SI QI#" userId="S::siqi005@e.ntu.edu.sg::de5db2cc-bde6-44aa-9493-4f6ee223b8b1" providerId="AD" clId="Web-{B5E394C2-489E-4B60-9E86-6906FD846563}" dt="2026-04-09T18:15:57.705" v="490"/>
          <ac:spMkLst>
            <pc:docMk/>
            <pc:sldMk cId="1837336128" sldId="2134804519"/>
            <ac:spMk id="14" creationId="{E49F249D-86A8-23FA-F715-BE8D25EA5841}"/>
          </ac:spMkLst>
        </pc:spChg>
        <pc:spChg chg="add mod">
          <ac:chgData name="#GOH SI QI#" userId="S::siqi005@e.ntu.edu.sg::de5db2cc-bde6-44aa-9493-4f6ee223b8b1" providerId="AD" clId="Web-{B5E394C2-489E-4B60-9E86-6906FD846563}" dt="2026-04-09T18:17:58.600" v="593" actId="1076"/>
          <ac:spMkLst>
            <pc:docMk/>
            <pc:sldMk cId="1837336128" sldId="2134804519"/>
            <ac:spMk id="15" creationId="{4A7F51AE-BBA1-B1F0-24E6-78FA511AF6DF}"/>
          </ac:spMkLst>
        </pc:spChg>
        <pc:spChg chg="add mod">
          <ac:chgData name="#GOH SI QI#" userId="S::siqi005@e.ntu.edu.sg::de5db2cc-bde6-44aa-9493-4f6ee223b8b1" providerId="AD" clId="Web-{B5E394C2-489E-4B60-9E86-6906FD846563}" dt="2026-04-09T18:17:52.865" v="588" actId="1076"/>
          <ac:spMkLst>
            <pc:docMk/>
            <pc:sldMk cId="1837336128" sldId="2134804519"/>
            <ac:spMk id="16" creationId="{95F14B36-84A8-021D-D72D-A984F81BDB30}"/>
          </ac:spMkLst>
        </pc:spChg>
        <pc:grpChg chg="del">
          <ac:chgData name="#GOH SI QI#" userId="S::siqi005@e.ntu.edu.sg::de5db2cc-bde6-44aa-9493-4f6ee223b8b1" providerId="AD" clId="Web-{B5E394C2-489E-4B60-9E86-6906FD846563}" dt="2026-04-09T18:13:29.853" v="469"/>
          <ac:grpSpMkLst>
            <pc:docMk/>
            <pc:sldMk cId="1837336128" sldId="2134804519"/>
            <ac:grpSpMk id="5" creationId="{CE87355F-75C2-3719-B959-6695BABFBE6D}"/>
          </ac:grpSpMkLst>
        </pc:grpChg>
        <pc:picChg chg="add del mod modCrop">
          <ac:chgData name="#GOH SI QI#" userId="S::siqi005@e.ntu.edu.sg::de5db2cc-bde6-44aa-9493-4f6ee223b8b1" providerId="AD" clId="Web-{B5E394C2-489E-4B60-9E86-6906FD846563}" dt="2026-04-09T18:15:00.015" v="475"/>
          <ac:picMkLst>
            <pc:docMk/>
            <pc:sldMk cId="1837336128" sldId="2134804519"/>
            <ac:picMk id="3" creationId="{8A5A27D5-F737-9D5B-C395-AA7EE3C72B7F}"/>
          </ac:picMkLst>
        </pc:picChg>
        <pc:picChg chg="add mod modCrop">
          <ac:chgData name="#GOH SI QI#" userId="S::siqi005@e.ntu.edu.sg::de5db2cc-bde6-44aa-9493-4f6ee223b8b1" providerId="AD" clId="Web-{B5E394C2-489E-4B60-9E86-6906FD846563}" dt="2026-04-09T18:17:52.865" v="586" actId="1076"/>
          <ac:picMkLst>
            <pc:docMk/>
            <pc:sldMk cId="1837336128" sldId="2134804519"/>
            <ac:picMk id="7" creationId="{00D2A73F-6ACB-34E9-F34F-B71421ACFEE0}"/>
          </ac:picMkLst>
        </pc:picChg>
        <pc:picChg chg="mod">
          <ac:chgData name="#GOH SI QI#" userId="S::siqi005@e.ntu.edu.sg::de5db2cc-bde6-44aa-9493-4f6ee223b8b1" providerId="AD" clId="Web-{B5E394C2-489E-4B60-9E86-6906FD846563}" dt="2026-04-09T18:18:11.975" v="597" actId="1076"/>
          <ac:picMkLst>
            <pc:docMk/>
            <pc:sldMk cId="1837336128" sldId="2134804519"/>
            <ac:picMk id="1030" creationId="{6EB1E9B1-BD14-C052-BFA2-704B3C58BAB2}"/>
          </ac:picMkLst>
        </pc:picChg>
      </pc:sldChg>
      <pc:sldChg chg="modSp">
        <pc:chgData name="#GOH SI QI#" userId="S::siqi005@e.ntu.edu.sg::de5db2cc-bde6-44aa-9493-4f6ee223b8b1" providerId="AD" clId="Web-{B5E394C2-489E-4B60-9E86-6906FD846563}" dt="2026-04-09T18:34:57.794" v="602" actId="1076"/>
        <pc:sldMkLst>
          <pc:docMk/>
          <pc:sldMk cId="3651247896" sldId="2134804520"/>
        </pc:sldMkLst>
        <pc:spChg chg="mod">
          <ac:chgData name="#GOH SI QI#" userId="S::siqi005@e.ntu.edu.sg::de5db2cc-bde6-44aa-9493-4f6ee223b8b1" providerId="AD" clId="Web-{B5E394C2-489E-4B60-9E86-6906FD846563}" dt="2026-04-09T18:34:57.794" v="602" actId="1076"/>
          <ac:spMkLst>
            <pc:docMk/>
            <pc:sldMk cId="3651247896" sldId="2134804520"/>
            <ac:spMk id="11" creationId="{D6D071BB-C092-CB79-9CB5-C1BC9E0705C0}"/>
          </ac:spMkLst>
        </pc:spChg>
        <pc:picChg chg="mod">
          <ac:chgData name="#GOH SI QI#" userId="S::siqi005@e.ntu.edu.sg::de5db2cc-bde6-44aa-9493-4f6ee223b8b1" providerId="AD" clId="Web-{B5E394C2-489E-4B60-9E86-6906FD846563}" dt="2026-04-09T18:32:39.505" v="601" actId="1076"/>
          <ac:picMkLst>
            <pc:docMk/>
            <pc:sldMk cId="3651247896" sldId="2134804520"/>
            <ac:picMk id="9" creationId="{715FE98B-2A33-B5DC-5EE9-3F60A52E28A8}"/>
          </ac:picMkLst>
        </pc:picChg>
      </pc:sldChg>
      <pc:sldChg chg="mod modShow">
        <pc:chgData name="#GOH SI QI#" userId="S::siqi005@e.ntu.edu.sg::de5db2cc-bde6-44aa-9493-4f6ee223b8b1" providerId="AD" clId="Web-{B5E394C2-489E-4B60-9E86-6906FD846563}" dt="2026-04-09T18:35:07.341" v="603"/>
        <pc:sldMkLst>
          <pc:docMk/>
          <pc:sldMk cId="667741021" sldId="2134804521"/>
        </pc:sldMkLst>
      </pc:sldChg>
      <pc:sldChg chg="modSp">
        <pc:chgData name="#GOH SI QI#" userId="S::siqi005@e.ntu.edu.sg::de5db2cc-bde6-44aa-9493-4f6ee223b8b1" providerId="AD" clId="Web-{B5E394C2-489E-4B60-9E86-6906FD846563}" dt="2026-04-09T18:37:33.739" v="627" actId="20577"/>
        <pc:sldMkLst>
          <pc:docMk/>
          <pc:sldMk cId="771671362" sldId="2134804532"/>
        </pc:sldMkLst>
        <pc:spChg chg="mod">
          <ac:chgData name="#GOH SI QI#" userId="S::siqi005@e.ntu.edu.sg::de5db2cc-bde6-44aa-9493-4f6ee223b8b1" providerId="AD" clId="Web-{B5E394C2-489E-4B60-9E86-6906FD846563}" dt="2026-04-09T18:37:33.739" v="627" actId="20577"/>
          <ac:spMkLst>
            <pc:docMk/>
            <pc:sldMk cId="771671362" sldId="2134804532"/>
            <ac:spMk id="32" creationId="{B7CF01E2-33E0-B326-C20A-1FD0B6A0BDE8}"/>
          </ac:spMkLst>
        </pc:spChg>
      </pc:sldChg>
      <pc:sldChg chg="addSp delSp modSp add replId addAnim delAnim">
        <pc:chgData name="#GOH SI QI#" userId="S::siqi005@e.ntu.edu.sg::de5db2cc-bde6-44aa-9493-4f6ee223b8b1" providerId="AD" clId="Web-{B5E394C2-489E-4B60-9E86-6906FD846563}" dt="2026-04-09T18:08:31.809" v="462"/>
        <pc:sldMkLst>
          <pc:docMk/>
          <pc:sldMk cId="1826268169" sldId="2134804539"/>
        </pc:sldMkLst>
        <pc:spChg chg="add del">
          <ac:chgData name="#GOH SI QI#" userId="S::siqi005@e.ntu.edu.sg::de5db2cc-bde6-44aa-9493-4f6ee223b8b1" providerId="AD" clId="Web-{B5E394C2-489E-4B60-9E86-6906FD846563}" dt="2026-04-09T17:47:15.508" v="4"/>
          <ac:spMkLst>
            <pc:docMk/>
            <pc:sldMk cId="1826268169" sldId="2134804539"/>
            <ac:spMk id="4" creationId="{510F0FE0-4D3A-6313-340B-0E6750CF48EF}"/>
          </ac:spMkLst>
        </pc:spChg>
        <pc:spChg chg="add mod">
          <ac:chgData name="#GOH SI QI#" userId="S::siqi005@e.ntu.edu.sg::de5db2cc-bde6-44aa-9493-4f6ee223b8b1" providerId="AD" clId="Web-{B5E394C2-489E-4B60-9E86-6906FD846563}" dt="2026-04-09T18:03:58.063" v="372" actId="1076"/>
          <ac:spMkLst>
            <pc:docMk/>
            <pc:sldMk cId="1826268169" sldId="2134804539"/>
            <ac:spMk id="7" creationId="{3B56C1AD-C242-3144-E1E4-B97574196EC0}"/>
          </ac:spMkLst>
        </pc:spChg>
        <pc:spChg chg="mod">
          <ac:chgData name="#GOH SI QI#" userId="S::siqi005@e.ntu.edu.sg::de5db2cc-bde6-44aa-9493-4f6ee223b8b1" providerId="AD" clId="Web-{B5E394C2-489E-4B60-9E86-6906FD846563}" dt="2026-04-09T18:03:51.391" v="369" actId="1076"/>
          <ac:spMkLst>
            <pc:docMk/>
            <pc:sldMk cId="1826268169" sldId="2134804539"/>
            <ac:spMk id="10" creationId="{5F2F229C-1CE3-8B38-F093-D5E6C5DA37BA}"/>
          </ac:spMkLst>
        </pc:spChg>
        <pc:spChg chg="add mod">
          <ac:chgData name="#GOH SI QI#" userId="S::siqi005@e.ntu.edu.sg::de5db2cc-bde6-44aa-9493-4f6ee223b8b1" providerId="AD" clId="Web-{B5E394C2-489E-4B60-9E86-6906FD846563}" dt="2026-04-09T18:03:58.094" v="373" actId="1076"/>
          <ac:spMkLst>
            <pc:docMk/>
            <pc:sldMk cId="1826268169" sldId="2134804539"/>
            <ac:spMk id="13" creationId="{1BF1699B-27FE-8276-8086-E0CAEA6E21B4}"/>
          </ac:spMkLst>
        </pc:spChg>
        <pc:spChg chg="add mod">
          <ac:chgData name="#GOH SI QI#" userId="S::siqi005@e.ntu.edu.sg::de5db2cc-bde6-44aa-9493-4f6ee223b8b1" providerId="AD" clId="Web-{B5E394C2-489E-4B60-9E86-6906FD846563}" dt="2026-04-09T18:03:58.110" v="374" actId="1076"/>
          <ac:spMkLst>
            <pc:docMk/>
            <pc:sldMk cId="1826268169" sldId="2134804539"/>
            <ac:spMk id="21" creationId="{14CE9F5D-D014-FF69-8396-933E59B019A4}"/>
          </ac:spMkLst>
        </pc:spChg>
        <pc:spChg chg="add mod">
          <ac:chgData name="#GOH SI QI#" userId="S::siqi005@e.ntu.edu.sg::de5db2cc-bde6-44aa-9493-4f6ee223b8b1" providerId="AD" clId="Web-{B5E394C2-489E-4B60-9E86-6906FD846563}" dt="2026-04-09T18:03:58.141" v="375" actId="1076"/>
          <ac:spMkLst>
            <pc:docMk/>
            <pc:sldMk cId="1826268169" sldId="2134804539"/>
            <ac:spMk id="23" creationId="{FA88675B-3611-FBA8-6B8D-2B148BAE48DF}"/>
          </ac:spMkLst>
        </pc:spChg>
        <pc:spChg chg="del">
          <ac:chgData name="#GOH SI QI#" userId="S::siqi005@e.ntu.edu.sg::de5db2cc-bde6-44aa-9493-4f6ee223b8b1" providerId="AD" clId="Web-{B5E394C2-489E-4B60-9E86-6906FD846563}" dt="2026-04-09T17:48:27.764" v="44"/>
          <ac:spMkLst>
            <pc:docMk/>
            <pc:sldMk cId="1826268169" sldId="2134804539"/>
            <ac:spMk id="25" creationId="{C8465B7E-6FF5-5A64-63A8-FFB484D48F22}"/>
          </ac:spMkLst>
        </pc:spChg>
        <pc:spChg chg="add mod">
          <ac:chgData name="#GOH SI QI#" userId="S::siqi005@e.ntu.edu.sg::de5db2cc-bde6-44aa-9493-4f6ee223b8b1" providerId="AD" clId="Web-{B5E394C2-489E-4B60-9E86-6906FD846563}" dt="2026-04-09T18:03:58.157" v="376" actId="1076"/>
          <ac:spMkLst>
            <pc:docMk/>
            <pc:sldMk cId="1826268169" sldId="2134804539"/>
            <ac:spMk id="29" creationId="{321ED0B7-3431-28F5-A587-EFF2552F1094}"/>
          </ac:spMkLst>
        </pc:spChg>
        <pc:spChg chg="add mod">
          <ac:chgData name="#GOH SI QI#" userId="S::siqi005@e.ntu.edu.sg::de5db2cc-bde6-44aa-9493-4f6ee223b8b1" providerId="AD" clId="Web-{B5E394C2-489E-4B60-9E86-6906FD846563}" dt="2026-04-09T18:03:58.188" v="377" actId="1076"/>
          <ac:spMkLst>
            <pc:docMk/>
            <pc:sldMk cId="1826268169" sldId="2134804539"/>
            <ac:spMk id="31" creationId="{BDF138AE-1096-666F-CDA6-65DF30C73FF1}"/>
          </ac:spMkLst>
        </pc:spChg>
        <pc:spChg chg="add mod">
          <ac:chgData name="#GOH SI QI#" userId="S::siqi005@e.ntu.edu.sg::de5db2cc-bde6-44aa-9493-4f6ee223b8b1" providerId="AD" clId="Web-{B5E394C2-489E-4B60-9E86-6906FD846563}" dt="2026-04-09T18:03:58.235" v="379" actId="1076"/>
          <ac:spMkLst>
            <pc:docMk/>
            <pc:sldMk cId="1826268169" sldId="2134804539"/>
            <ac:spMk id="39" creationId="{5A096187-BFB4-F72C-F896-093B096C68FC}"/>
          </ac:spMkLst>
        </pc:spChg>
        <pc:spChg chg="add del mod">
          <ac:chgData name="#GOH SI QI#" userId="S::siqi005@e.ntu.edu.sg::de5db2cc-bde6-44aa-9493-4f6ee223b8b1" providerId="AD" clId="Web-{B5E394C2-489E-4B60-9E86-6906FD846563}" dt="2026-04-09T18:00:19.732" v="270"/>
          <ac:spMkLst>
            <pc:docMk/>
            <pc:sldMk cId="1826268169" sldId="2134804539"/>
            <ac:spMk id="40" creationId="{3901F86A-00EE-E9E8-0F38-078C601A83B6}"/>
          </ac:spMkLst>
        </pc:spChg>
        <pc:spChg chg="add del mod">
          <ac:chgData name="#GOH SI QI#" userId="S::siqi005@e.ntu.edu.sg::de5db2cc-bde6-44aa-9493-4f6ee223b8b1" providerId="AD" clId="Web-{B5E394C2-489E-4B60-9E86-6906FD846563}" dt="2026-04-09T18:00:19.732" v="269"/>
          <ac:spMkLst>
            <pc:docMk/>
            <pc:sldMk cId="1826268169" sldId="2134804539"/>
            <ac:spMk id="41" creationId="{83849B00-3024-9DDF-08D3-785B84CA70CB}"/>
          </ac:spMkLst>
        </pc:spChg>
        <pc:spChg chg="add mod">
          <ac:chgData name="#GOH SI QI#" userId="S::siqi005@e.ntu.edu.sg::de5db2cc-bde6-44aa-9493-4f6ee223b8b1" providerId="AD" clId="Web-{B5E394C2-489E-4B60-9E86-6906FD846563}" dt="2026-04-09T18:03:58.266" v="380" actId="1076"/>
          <ac:spMkLst>
            <pc:docMk/>
            <pc:sldMk cId="1826268169" sldId="2134804539"/>
            <ac:spMk id="42" creationId="{B6C50A6E-C4B4-9E87-2BD9-5C21EE4248CA}"/>
          </ac:spMkLst>
        </pc:spChg>
        <pc:spChg chg="add del">
          <ac:chgData name="#GOH SI QI#" userId="S::siqi005@e.ntu.edu.sg::de5db2cc-bde6-44aa-9493-4f6ee223b8b1" providerId="AD" clId="Web-{B5E394C2-489E-4B60-9E86-6906FD846563}" dt="2026-04-09T17:57:43.398" v="197"/>
          <ac:spMkLst>
            <pc:docMk/>
            <pc:sldMk cId="1826268169" sldId="2134804539"/>
            <ac:spMk id="45" creationId="{91D7C42A-6A36-763A-1310-B7E4F96FB96C}"/>
          </ac:spMkLst>
        </pc:spChg>
        <pc:spChg chg="add del">
          <ac:chgData name="#GOH SI QI#" userId="S::siqi005@e.ntu.edu.sg::de5db2cc-bde6-44aa-9493-4f6ee223b8b1" providerId="AD" clId="Web-{B5E394C2-489E-4B60-9E86-6906FD846563}" dt="2026-04-09T17:57:52.102" v="205"/>
          <ac:spMkLst>
            <pc:docMk/>
            <pc:sldMk cId="1826268169" sldId="2134804539"/>
            <ac:spMk id="47" creationId="{35C32EB1-C3BD-DECE-766F-1C6136114FA3}"/>
          </ac:spMkLst>
        </pc:spChg>
        <pc:spChg chg="add del">
          <ac:chgData name="#GOH SI QI#" userId="S::siqi005@e.ntu.edu.sg::de5db2cc-bde6-44aa-9493-4f6ee223b8b1" providerId="AD" clId="Web-{B5E394C2-489E-4B60-9E86-6906FD846563}" dt="2026-04-09T17:57:52.102" v="203"/>
          <ac:spMkLst>
            <pc:docMk/>
            <pc:sldMk cId="1826268169" sldId="2134804539"/>
            <ac:spMk id="49" creationId="{F7186BA9-7D78-3554-3F77-5AA7D4B36DCD}"/>
          </ac:spMkLst>
        </pc:spChg>
        <pc:spChg chg="add mod">
          <ac:chgData name="#GOH SI QI#" userId="S::siqi005@e.ntu.edu.sg::de5db2cc-bde6-44aa-9493-4f6ee223b8b1" providerId="AD" clId="Web-{B5E394C2-489E-4B60-9E86-6906FD846563}" dt="2026-04-09T18:03:58.329" v="383" actId="1076"/>
          <ac:spMkLst>
            <pc:docMk/>
            <pc:sldMk cId="1826268169" sldId="2134804539"/>
            <ac:spMk id="51" creationId="{AFDA84EF-2C1C-4A0F-9CC5-DFA07405528B}"/>
          </ac:spMkLst>
        </pc:spChg>
        <pc:spChg chg="add mod">
          <ac:chgData name="#GOH SI QI#" userId="S::siqi005@e.ntu.edu.sg::de5db2cc-bde6-44aa-9493-4f6ee223b8b1" providerId="AD" clId="Web-{B5E394C2-489E-4B60-9E86-6906FD846563}" dt="2026-04-09T18:03:58.376" v="385" actId="1076"/>
          <ac:spMkLst>
            <pc:docMk/>
            <pc:sldMk cId="1826268169" sldId="2134804539"/>
            <ac:spMk id="53" creationId="{C66EAEB7-8872-5686-D35C-405D02B1BDE9}"/>
          </ac:spMkLst>
        </pc:spChg>
        <pc:spChg chg="add mod">
          <ac:chgData name="#GOH SI QI#" userId="S::siqi005@e.ntu.edu.sg::de5db2cc-bde6-44aa-9493-4f6ee223b8b1" providerId="AD" clId="Web-{B5E394C2-489E-4B60-9E86-6906FD846563}" dt="2026-04-09T18:03:58.407" v="386" actId="1076"/>
          <ac:spMkLst>
            <pc:docMk/>
            <pc:sldMk cId="1826268169" sldId="2134804539"/>
            <ac:spMk id="55" creationId="{60E4078C-6057-3C41-477E-022ECBA747D2}"/>
          </ac:spMkLst>
        </pc:spChg>
        <pc:spChg chg="add mod">
          <ac:chgData name="#GOH SI QI#" userId="S::siqi005@e.ntu.edu.sg::de5db2cc-bde6-44aa-9493-4f6ee223b8b1" providerId="AD" clId="Web-{B5E394C2-489E-4B60-9E86-6906FD846563}" dt="2026-04-09T18:03:58.422" v="387" actId="1076"/>
          <ac:spMkLst>
            <pc:docMk/>
            <pc:sldMk cId="1826268169" sldId="2134804539"/>
            <ac:spMk id="56" creationId="{16B14AF6-AD64-7B36-0466-920A827DC7DB}"/>
          </ac:spMkLst>
        </pc:spChg>
        <pc:spChg chg="add del">
          <ac:chgData name="#GOH SI QI#" userId="S::siqi005@e.ntu.edu.sg::de5db2cc-bde6-44aa-9493-4f6ee223b8b1" providerId="AD" clId="Web-{B5E394C2-489E-4B60-9E86-6906FD846563}" dt="2026-04-09T18:00:49.951" v="282"/>
          <ac:spMkLst>
            <pc:docMk/>
            <pc:sldMk cId="1826268169" sldId="2134804539"/>
            <ac:spMk id="65" creationId="{D625D4B4-EA13-01E4-363B-E57FD3687735}"/>
          </ac:spMkLst>
        </pc:spChg>
        <pc:spChg chg="add del">
          <ac:chgData name="#GOH SI QI#" userId="S::siqi005@e.ntu.edu.sg::de5db2cc-bde6-44aa-9493-4f6ee223b8b1" providerId="AD" clId="Web-{B5E394C2-489E-4B60-9E86-6906FD846563}" dt="2026-04-09T18:00:49.951" v="281"/>
          <ac:spMkLst>
            <pc:docMk/>
            <pc:sldMk cId="1826268169" sldId="2134804539"/>
            <ac:spMk id="66" creationId="{6F0F0C1F-8FA3-BB99-1325-DF81176508AB}"/>
          </ac:spMkLst>
        </pc:spChg>
        <pc:spChg chg="add del">
          <ac:chgData name="#GOH SI QI#" userId="S::siqi005@e.ntu.edu.sg::de5db2cc-bde6-44aa-9493-4f6ee223b8b1" providerId="AD" clId="Web-{B5E394C2-489E-4B60-9E86-6906FD846563}" dt="2026-04-09T18:00:49.951" v="280"/>
          <ac:spMkLst>
            <pc:docMk/>
            <pc:sldMk cId="1826268169" sldId="2134804539"/>
            <ac:spMk id="67" creationId="{FD99B907-2001-E19C-2487-D6EF3B0BCD4E}"/>
          </ac:spMkLst>
        </pc:spChg>
        <pc:spChg chg="add mod">
          <ac:chgData name="#GOH SI QI#" userId="S::siqi005@e.ntu.edu.sg::de5db2cc-bde6-44aa-9493-4f6ee223b8b1" providerId="AD" clId="Web-{B5E394C2-489E-4B60-9E86-6906FD846563}" dt="2026-04-09T18:03:58.501" v="390" actId="1076"/>
          <ac:spMkLst>
            <pc:docMk/>
            <pc:sldMk cId="1826268169" sldId="2134804539"/>
            <ac:spMk id="76" creationId="{6ECA29DD-9F13-DDF9-C65E-8CB34CE58958}"/>
          </ac:spMkLst>
        </pc:spChg>
        <pc:spChg chg="add mod">
          <ac:chgData name="#GOH SI QI#" userId="S::siqi005@e.ntu.edu.sg::de5db2cc-bde6-44aa-9493-4f6ee223b8b1" providerId="AD" clId="Web-{B5E394C2-489E-4B60-9E86-6906FD846563}" dt="2026-04-09T18:03:58.532" v="391" actId="1076"/>
          <ac:spMkLst>
            <pc:docMk/>
            <pc:sldMk cId="1826268169" sldId="2134804539"/>
            <ac:spMk id="77" creationId="{E6399723-7CEE-BA40-6628-77796AB007F1}"/>
          </ac:spMkLst>
        </pc:spChg>
        <pc:spChg chg="add mod">
          <ac:chgData name="#GOH SI QI#" userId="S::siqi005@e.ntu.edu.sg::de5db2cc-bde6-44aa-9493-4f6ee223b8b1" providerId="AD" clId="Web-{B5E394C2-489E-4B60-9E86-6906FD846563}" dt="2026-04-09T18:03:58.563" v="392" actId="1076"/>
          <ac:spMkLst>
            <pc:docMk/>
            <pc:sldMk cId="1826268169" sldId="2134804539"/>
            <ac:spMk id="78" creationId="{A22BB60F-2F90-48FD-DE38-3DE892ABBAFA}"/>
          </ac:spMkLst>
        </pc:spChg>
        <pc:spChg chg="add mod">
          <ac:chgData name="#GOH SI QI#" userId="S::siqi005@e.ntu.edu.sg::de5db2cc-bde6-44aa-9493-4f6ee223b8b1" providerId="AD" clId="Web-{B5E394C2-489E-4B60-9E86-6906FD846563}" dt="2026-04-09T18:03:58.594" v="394" actId="1076"/>
          <ac:spMkLst>
            <pc:docMk/>
            <pc:sldMk cId="1826268169" sldId="2134804539"/>
            <ac:spMk id="81" creationId="{635F95E9-4F7A-4377-5B64-754C15EF7726}"/>
          </ac:spMkLst>
        </pc:spChg>
        <pc:spChg chg="add mod">
          <ac:chgData name="#GOH SI QI#" userId="S::siqi005@e.ntu.edu.sg::de5db2cc-bde6-44aa-9493-4f6ee223b8b1" providerId="AD" clId="Web-{B5E394C2-489E-4B60-9E86-6906FD846563}" dt="2026-04-09T18:03:58.626" v="395" actId="1076"/>
          <ac:spMkLst>
            <pc:docMk/>
            <pc:sldMk cId="1826268169" sldId="2134804539"/>
            <ac:spMk id="83" creationId="{D43ED1E0-32FF-0A3F-B73D-968291C8FB0D}"/>
          </ac:spMkLst>
        </pc:spChg>
        <pc:spChg chg="add mod">
          <ac:chgData name="#GOH SI QI#" userId="S::siqi005@e.ntu.edu.sg::de5db2cc-bde6-44aa-9493-4f6ee223b8b1" providerId="AD" clId="Web-{B5E394C2-489E-4B60-9E86-6906FD846563}" dt="2026-04-09T18:03:58.641" v="396" actId="1076"/>
          <ac:spMkLst>
            <pc:docMk/>
            <pc:sldMk cId="1826268169" sldId="2134804539"/>
            <ac:spMk id="85" creationId="{FAE18783-51F0-E332-75C2-F0F8DDC6A964}"/>
          </ac:spMkLst>
        </pc:spChg>
        <pc:grpChg chg="del">
          <ac:chgData name="#GOH SI QI#" userId="S::siqi005@e.ntu.edu.sg::de5db2cc-bde6-44aa-9493-4f6ee223b8b1" providerId="AD" clId="Web-{B5E394C2-489E-4B60-9E86-6906FD846563}" dt="2026-04-09T17:51:35.593" v="154"/>
          <ac:grpSpMkLst>
            <pc:docMk/>
            <pc:sldMk cId="1826268169" sldId="2134804539"/>
            <ac:grpSpMk id="26" creationId="{CACEDEEB-1C04-3DDC-93E2-F4F57E30D917}"/>
          </ac:grpSpMkLst>
        </pc:grpChg>
        <pc:grpChg chg="del">
          <ac:chgData name="#GOH SI QI#" userId="S::siqi005@e.ntu.edu.sg::de5db2cc-bde6-44aa-9493-4f6ee223b8b1" providerId="AD" clId="Web-{B5E394C2-489E-4B60-9E86-6906FD846563}" dt="2026-04-09T17:49:14.014" v="86"/>
          <ac:grpSpMkLst>
            <pc:docMk/>
            <pc:sldMk cId="1826268169" sldId="2134804539"/>
            <ac:grpSpMk id="27" creationId="{2C3E3352-3412-12FD-8019-7567CF5BE66F}"/>
          </ac:grpSpMkLst>
        </pc:grpChg>
        <pc:grpChg chg="add del mod">
          <ac:chgData name="#GOH SI QI#" userId="S::siqi005@e.ntu.edu.sg::de5db2cc-bde6-44aa-9493-4f6ee223b8b1" providerId="AD" clId="Web-{B5E394C2-489E-4B60-9E86-6906FD846563}" dt="2026-04-09T17:50:17.859" v="138"/>
          <ac:grpSpMkLst>
            <pc:docMk/>
            <pc:sldMk cId="1826268169" sldId="2134804539"/>
            <ac:grpSpMk id="38" creationId="{D722B973-F98A-4042-F303-F1CA6ED2AFCD}"/>
          </ac:grpSpMkLst>
        </pc:grpChg>
        <pc:grpChg chg="add mod">
          <ac:chgData name="#GOH SI QI#" userId="S::siqi005@e.ntu.edu.sg::de5db2cc-bde6-44aa-9493-4f6ee223b8b1" providerId="AD" clId="Web-{B5E394C2-489E-4B60-9E86-6906FD846563}" dt="2026-04-09T18:03:58.047" v="371" actId="1076"/>
          <ac:grpSpMkLst>
            <pc:docMk/>
            <pc:sldMk cId="1826268169" sldId="2134804539"/>
            <ac:grpSpMk id="54" creationId="{0F1EE230-A81F-85F2-61C9-BEE13FBCFA60}"/>
          </ac:grpSpMkLst>
        </pc:grpChg>
        <pc:grpChg chg="add del">
          <ac:chgData name="#GOH SI QI#" userId="S::siqi005@e.ntu.edu.sg::de5db2cc-bde6-44aa-9493-4f6ee223b8b1" providerId="AD" clId="Web-{B5E394C2-489E-4B60-9E86-6906FD846563}" dt="2026-04-09T18:00:49.951" v="283"/>
          <ac:grpSpMkLst>
            <pc:docMk/>
            <pc:sldMk cId="1826268169" sldId="2134804539"/>
            <ac:grpSpMk id="59" creationId="{1D0BDBEE-798D-2710-B1AA-D775866E4F88}"/>
          </ac:grpSpMkLst>
        </pc:grpChg>
        <pc:grpChg chg="add mod">
          <ac:chgData name="#GOH SI QI#" userId="S::siqi005@e.ntu.edu.sg::de5db2cc-bde6-44aa-9493-4f6ee223b8b1" providerId="AD" clId="Web-{B5E394C2-489E-4B60-9E86-6906FD846563}" dt="2026-04-09T18:03:58.485" v="389" actId="1076"/>
          <ac:grpSpMkLst>
            <pc:docMk/>
            <pc:sldMk cId="1826268169" sldId="2134804539"/>
            <ac:grpSpMk id="70" creationId="{C45A28E9-8795-2D4F-5D05-C84C20A39D4F}"/>
          </ac:grpSpMkLst>
        </pc:grpChg>
        <pc:graphicFrameChg chg="mod modGraphic">
          <ac:chgData name="#GOH SI QI#" userId="S::siqi005@e.ntu.edu.sg::de5db2cc-bde6-44aa-9493-4f6ee223b8b1" providerId="AD" clId="Web-{B5E394C2-489E-4B60-9E86-6906FD846563}" dt="2026-04-09T18:03:58.016" v="370" actId="1076"/>
          <ac:graphicFrameMkLst>
            <pc:docMk/>
            <pc:sldMk cId="1826268169" sldId="2134804539"/>
            <ac:graphicFrameMk id="3" creationId="{ACC4385C-692E-71A4-7258-5E7A098AFB89}"/>
          </ac:graphicFrameMkLst>
        </pc:graphicFrameChg>
        <pc:graphicFrameChg chg="add del">
          <ac:chgData name="#GOH SI QI#" userId="S::siqi005@e.ntu.edu.sg::de5db2cc-bde6-44aa-9493-4f6ee223b8b1" providerId="AD" clId="Web-{B5E394C2-489E-4B60-9E86-6906FD846563}" dt="2026-04-09T18:00:49.951" v="284"/>
          <ac:graphicFrameMkLst>
            <pc:docMk/>
            <pc:sldMk cId="1826268169" sldId="2134804539"/>
            <ac:graphicFrameMk id="58" creationId="{0B60E0ED-31E5-8CD8-9B1C-C82BB34C520A}"/>
          </ac:graphicFrameMkLst>
        </pc:graphicFrameChg>
        <pc:graphicFrameChg chg="add mod">
          <ac:chgData name="#GOH SI QI#" userId="S::siqi005@e.ntu.edu.sg::de5db2cc-bde6-44aa-9493-4f6ee223b8b1" providerId="AD" clId="Web-{B5E394C2-489E-4B60-9E86-6906FD846563}" dt="2026-04-09T18:03:58.454" v="388" actId="1076"/>
          <ac:graphicFrameMkLst>
            <pc:docMk/>
            <pc:sldMk cId="1826268169" sldId="2134804539"/>
            <ac:graphicFrameMk id="69" creationId="{1293D8DF-D85F-4568-8B70-A153B1A4E639}"/>
          </ac:graphicFrameMkLst>
        </pc:graphicFrameChg>
        <pc:picChg chg="mod topLvl">
          <ac:chgData name="#GOH SI QI#" userId="S::siqi005@e.ntu.edu.sg::de5db2cc-bde6-44aa-9493-4f6ee223b8b1" providerId="AD" clId="Web-{B5E394C2-489E-4B60-9E86-6906FD846563}" dt="2026-04-09T17:58:30.557" v="221"/>
          <ac:picMkLst>
            <pc:docMk/>
            <pc:sldMk cId="1826268169" sldId="2134804539"/>
            <ac:picMk id="5" creationId="{902DC24D-E983-2548-718F-D8D28F9E6B23}"/>
          </ac:picMkLst>
        </pc:picChg>
        <pc:picChg chg="mod topLvl">
          <ac:chgData name="#GOH SI QI#" userId="S::siqi005@e.ntu.edu.sg::de5db2cc-bde6-44aa-9493-4f6ee223b8b1" providerId="AD" clId="Web-{B5E394C2-489E-4B60-9E86-6906FD846563}" dt="2026-04-09T18:03:58.204" v="378" actId="1076"/>
          <ac:picMkLst>
            <pc:docMk/>
            <pc:sldMk cId="1826268169" sldId="2134804539"/>
            <ac:picMk id="33" creationId="{B5211F5B-F760-9C37-932F-40D0B14F0056}"/>
          </ac:picMkLst>
        </pc:picChg>
        <pc:picChg chg="add del">
          <ac:chgData name="#GOH SI QI#" userId="S::siqi005@e.ntu.edu.sg::de5db2cc-bde6-44aa-9493-4f6ee223b8b1" providerId="AD" clId="Web-{B5E394C2-489E-4B60-9E86-6906FD846563}" dt="2026-04-09T17:57:52.102" v="204"/>
          <ac:picMkLst>
            <pc:docMk/>
            <pc:sldMk cId="1826268169" sldId="2134804539"/>
            <ac:picMk id="48" creationId="{FDBF732D-5083-81A0-5433-8499861E856D}"/>
          </ac:picMkLst>
        </pc:picChg>
        <pc:picChg chg="add mod">
          <ac:chgData name="#GOH SI QI#" userId="S::siqi005@e.ntu.edu.sg::de5db2cc-bde6-44aa-9493-4f6ee223b8b1" providerId="AD" clId="Web-{B5E394C2-489E-4B60-9E86-6906FD846563}" dt="2026-04-09T18:03:58.344" v="384" actId="1076"/>
          <ac:picMkLst>
            <pc:docMk/>
            <pc:sldMk cId="1826268169" sldId="2134804539"/>
            <ac:picMk id="52" creationId="{6157DAEA-7590-8CF8-6FCB-473C508AC6D7}"/>
          </ac:picMkLst>
        </pc:picChg>
        <pc:picChg chg="mod">
          <ac:chgData name="#GOH SI QI#" userId="S::siqi005@e.ntu.edu.sg::de5db2cc-bde6-44aa-9493-4f6ee223b8b1" providerId="AD" clId="Web-{B5E394C2-489E-4B60-9E86-6906FD846563}" dt="2026-04-09T18:01:21.327" v="300"/>
          <ac:picMkLst>
            <pc:docMk/>
            <pc:sldMk cId="1826268169" sldId="2134804539"/>
            <ac:picMk id="71" creationId="{57E78FAD-4088-BDA4-F241-5C54CCDA88CB}"/>
          </ac:picMkLst>
        </pc:picChg>
        <pc:cxnChg chg="mod topLvl">
          <ac:chgData name="#GOH SI QI#" userId="S::siqi005@e.ntu.edu.sg::de5db2cc-bde6-44aa-9493-4f6ee223b8b1" providerId="AD" clId="Web-{B5E394C2-489E-4B60-9E86-6906FD846563}" dt="2026-04-09T17:52:15.484" v="175"/>
          <ac:cxnSpMkLst>
            <pc:docMk/>
            <pc:sldMk cId="1826268169" sldId="2134804539"/>
            <ac:cxnSpMk id="8" creationId="{F3BDB210-215D-7B1E-9F99-0DA655707FE5}"/>
          </ac:cxnSpMkLst>
        </pc:cxnChg>
        <pc:cxnChg chg="mod topLvl">
          <ac:chgData name="#GOH SI QI#" userId="S::siqi005@e.ntu.edu.sg::de5db2cc-bde6-44aa-9493-4f6ee223b8b1" providerId="AD" clId="Web-{B5E394C2-489E-4B60-9E86-6906FD846563}" dt="2026-04-09T17:52:15.484" v="176"/>
          <ac:cxnSpMkLst>
            <pc:docMk/>
            <pc:sldMk cId="1826268169" sldId="2134804539"/>
            <ac:cxnSpMk id="9" creationId="{C83D07A3-EA44-2A92-B955-6570629D401D}"/>
          </ac:cxnSpMkLst>
        </pc:cxnChg>
        <pc:cxnChg chg="mod topLvl">
          <ac:chgData name="#GOH SI QI#" userId="S::siqi005@e.ntu.edu.sg::de5db2cc-bde6-44aa-9493-4f6ee223b8b1" providerId="AD" clId="Web-{B5E394C2-489E-4B60-9E86-6906FD846563}" dt="2026-04-09T17:52:15.484" v="177"/>
          <ac:cxnSpMkLst>
            <pc:docMk/>
            <pc:sldMk cId="1826268169" sldId="2134804539"/>
            <ac:cxnSpMk id="12" creationId="{443ED7A9-3A2B-C3E4-667A-CECCC54F5FBA}"/>
          </ac:cxnSpMkLst>
        </pc:cxnChg>
        <pc:cxnChg chg="mod topLvl">
          <ac:chgData name="#GOH SI QI#" userId="S::siqi005@e.ntu.edu.sg::de5db2cc-bde6-44aa-9493-4f6ee223b8b1" providerId="AD" clId="Web-{B5E394C2-489E-4B60-9E86-6906FD846563}" dt="2026-04-09T17:52:15.531" v="178"/>
          <ac:cxnSpMkLst>
            <pc:docMk/>
            <pc:sldMk cId="1826268169" sldId="2134804539"/>
            <ac:cxnSpMk id="14" creationId="{2788956B-8225-EE1A-3478-CC726EFE7E1C}"/>
          </ac:cxnSpMkLst>
        </pc:cxnChg>
        <pc:cxnChg chg="del topLvl">
          <ac:chgData name="#GOH SI QI#" userId="S::siqi005@e.ntu.edu.sg::de5db2cc-bde6-44aa-9493-4f6ee223b8b1" providerId="AD" clId="Web-{B5E394C2-489E-4B60-9E86-6906FD846563}" dt="2026-04-09T17:50:22.359" v="140"/>
          <ac:cxnSpMkLst>
            <pc:docMk/>
            <pc:sldMk cId="1826268169" sldId="2134804539"/>
            <ac:cxnSpMk id="34" creationId="{85CD25FD-F219-467C-A110-0D96B50FC70B}"/>
          </ac:cxnSpMkLst>
        </pc:cxnChg>
        <pc:cxnChg chg="del topLvl">
          <ac:chgData name="#GOH SI QI#" userId="S::siqi005@e.ntu.edu.sg::de5db2cc-bde6-44aa-9493-4f6ee223b8b1" providerId="AD" clId="Web-{B5E394C2-489E-4B60-9E86-6906FD846563}" dt="2026-04-09T17:50:23.343" v="141"/>
          <ac:cxnSpMkLst>
            <pc:docMk/>
            <pc:sldMk cId="1826268169" sldId="2134804539"/>
            <ac:cxnSpMk id="35" creationId="{F80FE3ED-D60F-7A43-2D4A-ECEB1CE52FAF}"/>
          </ac:cxnSpMkLst>
        </pc:cxnChg>
        <pc:cxnChg chg="del topLvl">
          <ac:chgData name="#GOH SI QI#" userId="S::siqi005@e.ntu.edu.sg::de5db2cc-bde6-44aa-9493-4f6ee223b8b1" providerId="AD" clId="Web-{B5E394C2-489E-4B60-9E86-6906FD846563}" dt="2026-04-09T17:50:24.734" v="142"/>
          <ac:cxnSpMkLst>
            <pc:docMk/>
            <pc:sldMk cId="1826268169" sldId="2134804539"/>
            <ac:cxnSpMk id="36" creationId="{2C6BEF53-C835-AACC-9D7F-37821254928C}"/>
          </ac:cxnSpMkLst>
        </pc:cxnChg>
        <pc:cxnChg chg="del topLvl">
          <ac:chgData name="#GOH SI QI#" userId="S::siqi005@e.ntu.edu.sg::de5db2cc-bde6-44aa-9493-4f6ee223b8b1" providerId="AD" clId="Web-{B5E394C2-489E-4B60-9E86-6906FD846563}" dt="2026-04-09T17:50:21.077" v="139"/>
          <ac:cxnSpMkLst>
            <pc:docMk/>
            <pc:sldMk cId="1826268169" sldId="2134804539"/>
            <ac:cxnSpMk id="37" creationId="{A0E3E5B0-E45C-02F2-A598-31B589067999}"/>
          </ac:cxnSpMkLst>
        </pc:cxnChg>
        <pc:cxnChg chg="add mod">
          <ac:chgData name="#GOH SI QI#" userId="S::siqi005@e.ntu.edu.sg::de5db2cc-bde6-44aa-9493-4f6ee223b8b1" providerId="AD" clId="Web-{B5E394C2-489E-4B60-9E86-6906FD846563}" dt="2026-04-09T18:03:58.282" v="381" actId="1076"/>
          <ac:cxnSpMkLst>
            <pc:docMk/>
            <pc:sldMk cId="1826268169" sldId="2134804539"/>
            <ac:cxnSpMk id="43" creationId="{53EE26BD-5502-2E6B-A553-526B3D8B835E}"/>
          </ac:cxnSpMkLst>
        </pc:cxnChg>
        <pc:cxnChg chg="add mod">
          <ac:chgData name="#GOH SI QI#" userId="S::siqi005@e.ntu.edu.sg::de5db2cc-bde6-44aa-9493-4f6ee223b8b1" providerId="AD" clId="Web-{B5E394C2-489E-4B60-9E86-6906FD846563}" dt="2026-04-09T18:03:58.297" v="382" actId="1076"/>
          <ac:cxnSpMkLst>
            <pc:docMk/>
            <pc:sldMk cId="1826268169" sldId="2134804539"/>
            <ac:cxnSpMk id="44" creationId="{E5E17516-1F42-7834-9A2B-E4BDEAD20CE7}"/>
          </ac:cxnSpMkLst>
        </pc:cxnChg>
        <pc:cxnChg chg="mod">
          <ac:chgData name="#GOH SI QI#" userId="S::siqi005@e.ntu.edu.sg::de5db2cc-bde6-44aa-9493-4f6ee223b8b1" providerId="AD" clId="Web-{B5E394C2-489E-4B60-9E86-6906FD846563}" dt="2026-04-09T18:00:49.951" v="283"/>
          <ac:cxnSpMkLst>
            <pc:docMk/>
            <pc:sldMk cId="1826268169" sldId="2134804539"/>
            <ac:cxnSpMk id="61" creationId="{51CE2592-6B4A-0C03-5806-EC6F1FFC7586}"/>
          </ac:cxnSpMkLst>
        </pc:cxnChg>
        <pc:cxnChg chg="mod">
          <ac:chgData name="#GOH SI QI#" userId="S::siqi005@e.ntu.edu.sg::de5db2cc-bde6-44aa-9493-4f6ee223b8b1" providerId="AD" clId="Web-{B5E394C2-489E-4B60-9E86-6906FD846563}" dt="2026-04-09T18:00:49.951" v="283"/>
          <ac:cxnSpMkLst>
            <pc:docMk/>
            <pc:sldMk cId="1826268169" sldId="2134804539"/>
            <ac:cxnSpMk id="62" creationId="{FF0D7629-CB78-9897-F941-4CE93C3D3CDC}"/>
          </ac:cxnSpMkLst>
        </pc:cxnChg>
        <pc:cxnChg chg="mod">
          <ac:chgData name="#GOH SI QI#" userId="S::siqi005@e.ntu.edu.sg::de5db2cc-bde6-44aa-9493-4f6ee223b8b1" providerId="AD" clId="Web-{B5E394C2-489E-4B60-9E86-6906FD846563}" dt="2026-04-09T18:00:49.951" v="283"/>
          <ac:cxnSpMkLst>
            <pc:docMk/>
            <pc:sldMk cId="1826268169" sldId="2134804539"/>
            <ac:cxnSpMk id="63" creationId="{F9136972-4B98-F9A6-C730-98B3ED3407F0}"/>
          </ac:cxnSpMkLst>
        </pc:cxnChg>
        <pc:cxnChg chg="mod">
          <ac:chgData name="#GOH SI QI#" userId="S::siqi005@e.ntu.edu.sg::de5db2cc-bde6-44aa-9493-4f6ee223b8b1" providerId="AD" clId="Web-{B5E394C2-489E-4B60-9E86-6906FD846563}" dt="2026-04-09T18:00:49.951" v="283"/>
          <ac:cxnSpMkLst>
            <pc:docMk/>
            <pc:sldMk cId="1826268169" sldId="2134804539"/>
            <ac:cxnSpMk id="64" creationId="{DA3220E4-88FD-9525-1C45-CE8D4DB0BFDF}"/>
          </ac:cxnSpMkLst>
        </pc:cxnChg>
        <pc:cxnChg chg="mod">
          <ac:chgData name="#GOH SI QI#" userId="S::siqi005@e.ntu.edu.sg::de5db2cc-bde6-44aa-9493-4f6ee223b8b1" providerId="AD" clId="Web-{B5E394C2-489E-4B60-9E86-6906FD846563}" dt="2026-04-09T18:01:29.202" v="302"/>
          <ac:cxnSpMkLst>
            <pc:docMk/>
            <pc:sldMk cId="1826268169" sldId="2134804539"/>
            <ac:cxnSpMk id="72" creationId="{AC8F15D0-231B-F2C6-5B9D-2A3F2A8A9B7C}"/>
          </ac:cxnSpMkLst>
        </pc:cxnChg>
        <pc:cxnChg chg="mod">
          <ac:chgData name="#GOH SI QI#" userId="S::siqi005@e.ntu.edu.sg::de5db2cc-bde6-44aa-9493-4f6ee223b8b1" providerId="AD" clId="Web-{B5E394C2-489E-4B60-9E86-6906FD846563}" dt="2026-04-09T18:01:25.702" v="301"/>
          <ac:cxnSpMkLst>
            <pc:docMk/>
            <pc:sldMk cId="1826268169" sldId="2134804539"/>
            <ac:cxnSpMk id="73" creationId="{186D1F27-4AEC-A5D8-B005-60D299F9BA2F}"/>
          </ac:cxnSpMkLst>
        </pc:cxnChg>
        <pc:cxnChg chg="mod">
          <ac:chgData name="#GOH SI QI#" userId="S::siqi005@e.ntu.edu.sg::de5db2cc-bde6-44aa-9493-4f6ee223b8b1" providerId="AD" clId="Web-{B5E394C2-489E-4B60-9E86-6906FD846563}" dt="2026-04-09T18:01:34.280" v="304"/>
          <ac:cxnSpMkLst>
            <pc:docMk/>
            <pc:sldMk cId="1826268169" sldId="2134804539"/>
            <ac:cxnSpMk id="74" creationId="{7D8FDBF9-7279-1315-8341-AC37794E9718}"/>
          </ac:cxnSpMkLst>
        </pc:cxnChg>
        <pc:cxnChg chg="mod">
          <ac:chgData name="#GOH SI QI#" userId="S::siqi005@e.ntu.edu.sg::de5db2cc-bde6-44aa-9493-4f6ee223b8b1" providerId="AD" clId="Web-{B5E394C2-489E-4B60-9E86-6906FD846563}" dt="2026-04-09T18:01:31.483" v="303"/>
          <ac:cxnSpMkLst>
            <pc:docMk/>
            <pc:sldMk cId="1826268169" sldId="2134804539"/>
            <ac:cxnSpMk id="75" creationId="{BB69EF2F-9997-DA12-C6CA-4F4E06929412}"/>
          </ac:cxnSpMkLst>
        </pc:cxnChg>
        <pc:cxnChg chg="add mod">
          <ac:chgData name="#GOH SI QI#" userId="S::siqi005@e.ntu.edu.sg::de5db2cc-bde6-44aa-9493-4f6ee223b8b1" providerId="AD" clId="Web-{B5E394C2-489E-4B60-9E86-6906FD846563}" dt="2026-04-09T18:03:58.579" v="393" actId="1076"/>
          <ac:cxnSpMkLst>
            <pc:docMk/>
            <pc:sldMk cId="1826268169" sldId="2134804539"/>
            <ac:cxnSpMk id="79" creationId="{DCE10266-210A-6089-B80E-81778F6B40D5}"/>
          </ac:cxnSpMkLst>
        </pc:cxnChg>
      </pc:sldChg>
    </pc:docChg>
  </pc:docChgLst>
  <pc:docChgLst>
    <pc:chgData name="#GOH SI QI#" userId="S::siqi005@e.ntu.edu.sg::de5db2cc-bde6-44aa-9493-4f6ee223b8b1" providerId="AD" clId="Web-{44274B75-6F7B-69A6-4291-8EB76D2B4AD9}"/>
    <pc:docChg chg="addSld modSld">
      <pc:chgData name="#GOH SI QI#" userId="S::siqi005@e.ntu.edu.sg::de5db2cc-bde6-44aa-9493-4f6ee223b8b1" providerId="AD" clId="Web-{44274B75-6F7B-69A6-4291-8EB76D2B4AD9}" dt="2026-04-09T09:14:59.709" v="841"/>
      <pc:docMkLst>
        <pc:docMk/>
      </pc:docMkLst>
      <pc:sldChg chg="addSp delSp modSp mod modShow">
        <pc:chgData name="#GOH SI QI#" userId="S::siqi005@e.ntu.edu.sg::de5db2cc-bde6-44aa-9493-4f6ee223b8b1" providerId="AD" clId="Web-{44274B75-6F7B-69A6-4291-8EB76D2B4AD9}" dt="2026-04-09T09:14:57.521" v="840"/>
        <pc:sldMkLst>
          <pc:docMk/>
          <pc:sldMk cId="4228394440" sldId="2134804513"/>
        </pc:sldMkLst>
        <pc:spChg chg="mod">
          <ac:chgData name="#GOH SI QI#" userId="S::siqi005@e.ntu.edu.sg::de5db2cc-bde6-44aa-9493-4f6ee223b8b1" providerId="AD" clId="Web-{44274B75-6F7B-69A6-4291-8EB76D2B4AD9}" dt="2026-04-09T08:06:24.108" v="27" actId="20577"/>
          <ac:spMkLst>
            <pc:docMk/>
            <pc:sldMk cId="4228394440" sldId="2134804513"/>
            <ac:spMk id="2" creationId="{988F306E-87A4-57D3-994B-B3E1CC1A4C23}"/>
          </ac:spMkLst>
        </pc:spChg>
        <pc:spChg chg="del">
          <ac:chgData name="#GOH SI QI#" userId="S::siqi005@e.ntu.edu.sg::de5db2cc-bde6-44aa-9493-4f6ee223b8b1" providerId="AD" clId="Web-{44274B75-6F7B-69A6-4291-8EB76D2B4AD9}" dt="2026-04-09T08:07:05.577" v="28"/>
          <ac:spMkLst>
            <pc:docMk/>
            <pc:sldMk cId="4228394440" sldId="2134804513"/>
            <ac:spMk id="3" creationId="{AD12027D-F0E1-05C9-9FF3-9899345741E1}"/>
          </ac:spMkLst>
        </pc:spChg>
        <pc:spChg chg="add mod">
          <ac:chgData name="#GOH SI QI#" userId="S::siqi005@e.ntu.edu.sg::de5db2cc-bde6-44aa-9493-4f6ee223b8b1" providerId="AD" clId="Web-{44274B75-6F7B-69A6-4291-8EB76D2B4AD9}" dt="2026-04-09T08:07:46.781" v="37" actId="1076"/>
          <ac:spMkLst>
            <pc:docMk/>
            <pc:sldMk cId="4228394440" sldId="2134804513"/>
            <ac:spMk id="5" creationId="{590A4A37-100F-6698-53DF-01B0188B7108}"/>
          </ac:spMkLst>
        </pc:spChg>
        <pc:picChg chg="add mod ord">
          <ac:chgData name="#GOH SI QI#" userId="S::siqi005@e.ntu.edu.sg::de5db2cc-bde6-44aa-9493-4f6ee223b8b1" providerId="AD" clId="Web-{44274B75-6F7B-69A6-4291-8EB76D2B4AD9}" dt="2026-04-09T08:07:13.078" v="31" actId="1076"/>
          <ac:picMkLst>
            <pc:docMk/>
            <pc:sldMk cId="4228394440" sldId="2134804513"/>
            <ac:picMk id="4" creationId="{F7E9CD33-243C-19CB-60C9-3A7D3A361830}"/>
          </ac:picMkLst>
        </pc:picChg>
      </pc:sldChg>
      <pc:sldChg chg="addSp delSp modSp add replId">
        <pc:chgData name="#GOH SI QI#" userId="S::siqi005@e.ntu.edu.sg::de5db2cc-bde6-44aa-9493-4f6ee223b8b1" providerId="AD" clId="Web-{44274B75-6F7B-69A6-4291-8EB76D2B4AD9}" dt="2026-04-09T08:04:11.792" v="17" actId="1076"/>
        <pc:sldMkLst>
          <pc:docMk/>
          <pc:sldMk cId="2765113857" sldId="2134804529"/>
        </pc:sldMkLst>
        <pc:spChg chg="mod">
          <ac:chgData name="#GOH SI QI#" userId="S::siqi005@e.ntu.edu.sg::de5db2cc-bde6-44aa-9493-4f6ee223b8b1" providerId="AD" clId="Web-{44274B75-6F7B-69A6-4291-8EB76D2B4AD9}" dt="2026-04-09T08:01:26.723" v="9" actId="20577"/>
          <ac:spMkLst>
            <pc:docMk/>
            <pc:sldMk cId="2765113857" sldId="2134804529"/>
            <ac:spMk id="2" creationId="{E6416817-9CCD-A001-4948-478F4C6A1F98}"/>
          </ac:spMkLst>
        </pc:spChg>
        <pc:spChg chg="del mod">
          <ac:chgData name="#GOH SI QI#" userId="S::siqi005@e.ntu.edu.sg::de5db2cc-bde6-44aa-9493-4f6ee223b8b1" providerId="AD" clId="Web-{44274B75-6F7B-69A6-4291-8EB76D2B4AD9}" dt="2026-04-09T08:03:57.276" v="12"/>
          <ac:spMkLst>
            <pc:docMk/>
            <pc:sldMk cId="2765113857" sldId="2134804529"/>
            <ac:spMk id="3" creationId="{3C7D0282-305C-C2A2-3438-D80BC03F8E2B}"/>
          </ac:spMkLst>
        </pc:spChg>
        <pc:picChg chg="add mod ord">
          <ac:chgData name="#GOH SI QI#" userId="S::siqi005@e.ntu.edu.sg::de5db2cc-bde6-44aa-9493-4f6ee223b8b1" providerId="AD" clId="Web-{44274B75-6F7B-69A6-4291-8EB76D2B4AD9}" dt="2026-04-09T08:04:11.792" v="17" actId="1076"/>
          <ac:picMkLst>
            <pc:docMk/>
            <pc:sldMk cId="2765113857" sldId="2134804529"/>
            <ac:picMk id="4" creationId="{CBEE8D1D-5F92-E9B4-C8A2-7FFE54301715}"/>
          </ac:picMkLst>
        </pc:picChg>
      </pc:sldChg>
      <pc:sldChg chg="add replId">
        <pc:chgData name="#GOH SI QI#" userId="S::siqi005@e.ntu.edu.sg::de5db2cc-bde6-44aa-9493-4f6ee223b8b1" providerId="AD" clId="Web-{44274B75-6F7B-69A6-4291-8EB76D2B4AD9}" dt="2026-04-09T08:06:16.748" v="18"/>
        <pc:sldMkLst>
          <pc:docMk/>
          <pc:sldMk cId="1922226911" sldId="2134804530"/>
        </pc:sldMkLst>
      </pc:sldChg>
      <pc:sldChg chg="addSp delSp modSp add mod replId modShow">
        <pc:chgData name="#GOH SI QI#" userId="S::siqi005@e.ntu.edu.sg::de5db2cc-bde6-44aa-9493-4f6ee223b8b1" providerId="AD" clId="Web-{44274B75-6F7B-69A6-4291-8EB76D2B4AD9}" dt="2026-04-09T09:14:59.709" v="841"/>
        <pc:sldMkLst>
          <pc:docMk/>
          <pc:sldMk cId="1211515407" sldId="2134804531"/>
        </pc:sldMkLst>
        <pc:spChg chg="add del mod">
          <ac:chgData name="#GOH SI QI#" userId="S::siqi005@e.ntu.edu.sg::de5db2cc-bde6-44aa-9493-4f6ee223b8b1" providerId="AD" clId="Web-{44274B75-6F7B-69A6-4291-8EB76D2B4AD9}" dt="2026-04-09T08:09:51.268" v="42"/>
          <ac:spMkLst>
            <pc:docMk/>
            <pc:sldMk cId="1211515407" sldId="2134804531"/>
            <ac:spMk id="6" creationId="{EB89BE94-6DA7-9B3F-8A55-AD259DB1DCC8}"/>
          </ac:spMkLst>
        </pc:spChg>
        <pc:graphicFrameChg chg="add mod modGraphic">
          <ac:chgData name="#GOH SI QI#" userId="S::siqi005@e.ntu.edu.sg::de5db2cc-bde6-44aa-9493-4f6ee223b8b1" providerId="AD" clId="Web-{44274B75-6F7B-69A6-4291-8EB76D2B4AD9}" dt="2026-04-09T08:12:48.380" v="544"/>
          <ac:graphicFrameMkLst>
            <pc:docMk/>
            <pc:sldMk cId="1211515407" sldId="2134804531"/>
            <ac:graphicFrameMk id="7" creationId="{8381290C-9A2D-9240-D4E7-9BD0157EEEE6}"/>
          </ac:graphicFrameMkLst>
        </pc:graphicFrameChg>
        <pc:picChg chg="del">
          <ac:chgData name="#GOH SI QI#" userId="S::siqi005@e.ntu.edu.sg::de5db2cc-bde6-44aa-9493-4f6ee223b8b1" providerId="AD" clId="Web-{44274B75-6F7B-69A6-4291-8EB76D2B4AD9}" dt="2026-04-09T08:09:41.049" v="39"/>
          <ac:picMkLst>
            <pc:docMk/>
            <pc:sldMk cId="1211515407" sldId="2134804531"/>
            <ac:picMk id="4" creationId="{6ECC0715-77FF-AD89-225A-C869B05E42BB}"/>
          </ac:picMkLst>
        </pc:picChg>
      </pc:sldChg>
      <pc:sldChg chg="addSp delSp modSp add replId">
        <pc:chgData name="#GOH SI QI#" userId="S::siqi005@e.ntu.edu.sg::de5db2cc-bde6-44aa-9493-4f6ee223b8b1" providerId="AD" clId="Web-{44274B75-6F7B-69A6-4291-8EB76D2B4AD9}" dt="2026-04-09T08:25:22.728" v="839" actId="20577"/>
        <pc:sldMkLst>
          <pc:docMk/>
          <pc:sldMk cId="771671362" sldId="2134804532"/>
        </pc:sldMkLst>
        <pc:spChg chg="add del">
          <ac:chgData name="#GOH SI QI#" userId="S::siqi005@e.ntu.edu.sg::de5db2cc-bde6-44aa-9493-4f6ee223b8b1" providerId="AD" clId="Web-{44274B75-6F7B-69A6-4291-8EB76D2B4AD9}" dt="2026-04-09T08:14:51.154" v="550"/>
          <ac:spMkLst>
            <pc:docMk/>
            <pc:sldMk cId="771671362" sldId="2134804532"/>
            <ac:spMk id="4" creationId="{564DF160-6E6C-DA11-D2F9-D1A34AFAEFAF}"/>
          </ac:spMkLst>
        </pc:spChg>
        <pc:spChg chg="add del">
          <ac:chgData name="#GOH SI QI#" userId="S::siqi005@e.ntu.edu.sg::de5db2cc-bde6-44aa-9493-4f6ee223b8b1" providerId="AD" clId="Web-{44274B75-6F7B-69A6-4291-8EB76D2B4AD9}" dt="2026-04-09T08:15:01.811" v="552"/>
          <ac:spMkLst>
            <pc:docMk/>
            <pc:sldMk cId="771671362" sldId="2134804532"/>
            <ac:spMk id="5" creationId="{E3CC48E9-B8F6-50E0-2BDA-2038D3A338A7}"/>
          </ac:spMkLst>
        </pc:spChg>
        <pc:spChg chg="mod">
          <ac:chgData name="#GOH SI QI#" userId="S::siqi005@e.ntu.edu.sg::de5db2cc-bde6-44aa-9493-4f6ee223b8b1" providerId="AD" clId="Web-{44274B75-6F7B-69A6-4291-8EB76D2B4AD9}" dt="2026-04-09T08:20:56.018" v="704" actId="1076"/>
          <ac:spMkLst>
            <pc:docMk/>
            <pc:sldMk cId="771671362" sldId="2134804532"/>
            <ac:spMk id="6" creationId="{6DBBB94E-1EF9-A4D7-3F84-245CA6FB10FE}"/>
          </ac:spMkLst>
        </pc:spChg>
        <pc:spChg chg="add mod">
          <ac:chgData name="#GOH SI QI#" userId="S::siqi005@e.ntu.edu.sg::de5db2cc-bde6-44aa-9493-4f6ee223b8b1" providerId="AD" clId="Web-{44274B75-6F7B-69A6-4291-8EB76D2B4AD9}" dt="2026-04-09T08:20:56.034" v="705" actId="1076"/>
          <ac:spMkLst>
            <pc:docMk/>
            <pc:sldMk cId="771671362" sldId="2134804532"/>
            <ac:spMk id="7" creationId="{3F9C4A43-554E-168E-EF15-923B192729FB}"/>
          </ac:spMkLst>
        </pc:spChg>
        <pc:spChg chg="add mod">
          <ac:chgData name="#GOH SI QI#" userId="S::siqi005@e.ntu.edu.sg::de5db2cc-bde6-44aa-9493-4f6ee223b8b1" providerId="AD" clId="Web-{44274B75-6F7B-69A6-4291-8EB76D2B4AD9}" dt="2026-04-09T08:20:56.049" v="706" actId="1076"/>
          <ac:spMkLst>
            <pc:docMk/>
            <pc:sldMk cId="771671362" sldId="2134804532"/>
            <ac:spMk id="8" creationId="{6C3EC04A-6984-BD8C-EC17-E23F411806AF}"/>
          </ac:spMkLst>
        </pc:spChg>
        <pc:spChg chg="add mod">
          <ac:chgData name="#GOH SI QI#" userId="S::siqi005@e.ntu.edu.sg::de5db2cc-bde6-44aa-9493-4f6ee223b8b1" providerId="AD" clId="Web-{44274B75-6F7B-69A6-4291-8EB76D2B4AD9}" dt="2026-04-09T08:20:56.065" v="707" actId="1076"/>
          <ac:spMkLst>
            <pc:docMk/>
            <pc:sldMk cId="771671362" sldId="2134804532"/>
            <ac:spMk id="9" creationId="{8A1B883E-E849-F729-29EE-100B8A8472A4}"/>
          </ac:spMkLst>
        </pc:spChg>
        <pc:spChg chg="add mod">
          <ac:chgData name="#GOH SI QI#" userId="S::siqi005@e.ntu.edu.sg::de5db2cc-bde6-44aa-9493-4f6ee223b8b1" providerId="AD" clId="Web-{44274B75-6F7B-69A6-4291-8EB76D2B4AD9}" dt="2026-04-09T08:20:56.080" v="708" actId="1076"/>
          <ac:spMkLst>
            <pc:docMk/>
            <pc:sldMk cId="771671362" sldId="2134804532"/>
            <ac:spMk id="10" creationId="{EFE2151B-C8CC-E6C8-967C-2325C8977A21}"/>
          </ac:spMkLst>
        </pc:spChg>
        <pc:spChg chg="del">
          <ac:chgData name="#GOH SI QI#" userId="S::siqi005@e.ntu.edu.sg::de5db2cc-bde6-44aa-9493-4f6ee223b8b1" providerId="AD" clId="Web-{44274B75-6F7B-69A6-4291-8EB76D2B4AD9}" dt="2026-04-09T08:14:34.309" v="546"/>
          <ac:spMkLst>
            <pc:docMk/>
            <pc:sldMk cId="771671362" sldId="2134804532"/>
            <ac:spMk id="11" creationId="{3574DB7F-C496-C272-184F-A47104B66F1E}"/>
          </ac:spMkLst>
        </pc:spChg>
        <pc:spChg chg="add mod">
          <ac:chgData name="#GOH SI QI#" userId="S::siqi005@e.ntu.edu.sg::de5db2cc-bde6-44aa-9493-4f6ee223b8b1" providerId="AD" clId="Web-{44274B75-6F7B-69A6-4291-8EB76D2B4AD9}" dt="2026-04-09T08:20:56.096" v="709" actId="1076"/>
          <ac:spMkLst>
            <pc:docMk/>
            <pc:sldMk cId="771671362" sldId="2134804532"/>
            <ac:spMk id="12" creationId="{79BDDD0D-594F-3D83-8427-904A51E591E7}"/>
          </ac:spMkLst>
        </pc:spChg>
        <pc:spChg chg="add mod">
          <ac:chgData name="#GOH SI QI#" userId="S::siqi005@e.ntu.edu.sg::de5db2cc-bde6-44aa-9493-4f6ee223b8b1" providerId="AD" clId="Web-{44274B75-6F7B-69A6-4291-8EB76D2B4AD9}" dt="2026-04-09T08:20:56.112" v="710" actId="1076"/>
          <ac:spMkLst>
            <pc:docMk/>
            <pc:sldMk cId="771671362" sldId="2134804532"/>
            <ac:spMk id="13" creationId="{ACBA5836-39FF-E6AB-4E04-1D7D710EE51D}"/>
          </ac:spMkLst>
        </pc:spChg>
        <pc:spChg chg="add mod">
          <ac:chgData name="#GOH SI QI#" userId="S::siqi005@e.ntu.edu.sg::de5db2cc-bde6-44aa-9493-4f6ee223b8b1" providerId="AD" clId="Web-{44274B75-6F7B-69A6-4291-8EB76D2B4AD9}" dt="2026-04-09T08:20:56.112" v="711" actId="1076"/>
          <ac:spMkLst>
            <pc:docMk/>
            <pc:sldMk cId="771671362" sldId="2134804532"/>
            <ac:spMk id="14" creationId="{99945E99-4726-746F-E14D-5A025B328E58}"/>
          </ac:spMkLst>
        </pc:spChg>
        <pc:spChg chg="add mod">
          <ac:chgData name="#GOH SI QI#" userId="S::siqi005@e.ntu.edu.sg::de5db2cc-bde6-44aa-9493-4f6ee223b8b1" providerId="AD" clId="Web-{44274B75-6F7B-69A6-4291-8EB76D2B4AD9}" dt="2026-04-09T08:20:56.127" v="712" actId="1076"/>
          <ac:spMkLst>
            <pc:docMk/>
            <pc:sldMk cId="771671362" sldId="2134804532"/>
            <ac:spMk id="15" creationId="{6C6DDC5B-B430-427D-CFCD-428D72148B7B}"/>
          </ac:spMkLst>
        </pc:spChg>
        <pc:spChg chg="add mod">
          <ac:chgData name="#GOH SI QI#" userId="S::siqi005@e.ntu.edu.sg::de5db2cc-bde6-44aa-9493-4f6ee223b8b1" providerId="AD" clId="Web-{44274B75-6F7B-69A6-4291-8EB76D2B4AD9}" dt="2026-04-09T08:20:56.143" v="713" actId="1076"/>
          <ac:spMkLst>
            <pc:docMk/>
            <pc:sldMk cId="771671362" sldId="2134804532"/>
            <ac:spMk id="17" creationId="{84065865-B1AE-176F-6F28-F7BC3764C62C}"/>
          </ac:spMkLst>
        </pc:spChg>
        <pc:spChg chg="add mod">
          <ac:chgData name="#GOH SI QI#" userId="S::siqi005@e.ntu.edu.sg::de5db2cc-bde6-44aa-9493-4f6ee223b8b1" providerId="AD" clId="Web-{44274B75-6F7B-69A6-4291-8EB76D2B4AD9}" dt="2026-04-09T08:20:56.159" v="714" actId="1076"/>
          <ac:spMkLst>
            <pc:docMk/>
            <pc:sldMk cId="771671362" sldId="2134804532"/>
            <ac:spMk id="18" creationId="{8BB51EA9-6C37-50CA-F2FB-ED6F7E661472}"/>
          </ac:spMkLst>
        </pc:spChg>
        <pc:spChg chg="add mod">
          <ac:chgData name="#GOH SI QI#" userId="S::siqi005@e.ntu.edu.sg::de5db2cc-bde6-44aa-9493-4f6ee223b8b1" providerId="AD" clId="Web-{44274B75-6F7B-69A6-4291-8EB76D2B4AD9}" dt="2026-04-09T08:20:56.174" v="715" actId="1076"/>
          <ac:spMkLst>
            <pc:docMk/>
            <pc:sldMk cId="771671362" sldId="2134804532"/>
            <ac:spMk id="19" creationId="{F322EE91-C04C-745C-6F48-00A14290B9CC}"/>
          </ac:spMkLst>
        </pc:spChg>
        <pc:spChg chg="add mod">
          <ac:chgData name="#GOH SI QI#" userId="S::siqi005@e.ntu.edu.sg::de5db2cc-bde6-44aa-9493-4f6ee223b8b1" providerId="AD" clId="Web-{44274B75-6F7B-69A6-4291-8EB76D2B4AD9}" dt="2026-04-09T08:20:56.174" v="716" actId="1076"/>
          <ac:spMkLst>
            <pc:docMk/>
            <pc:sldMk cId="771671362" sldId="2134804532"/>
            <ac:spMk id="20" creationId="{D1E8AE10-2DD4-31C9-0BCD-3E11E2877D4D}"/>
          </ac:spMkLst>
        </pc:spChg>
        <pc:spChg chg="add mod">
          <ac:chgData name="#GOH SI QI#" userId="S::siqi005@e.ntu.edu.sg::de5db2cc-bde6-44aa-9493-4f6ee223b8b1" providerId="AD" clId="Web-{44274B75-6F7B-69A6-4291-8EB76D2B4AD9}" dt="2026-04-09T08:20:56.190" v="717" actId="1076"/>
          <ac:spMkLst>
            <pc:docMk/>
            <pc:sldMk cId="771671362" sldId="2134804532"/>
            <ac:spMk id="21" creationId="{F85B2483-B018-61F3-B9C4-DDAE30135F8A}"/>
          </ac:spMkLst>
        </pc:spChg>
        <pc:spChg chg="add del mod">
          <ac:chgData name="#GOH SI QI#" userId="S::siqi005@e.ntu.edu.sg::de5db2cc-bde6-44aa-9493-4f6ee223b8b1" providerId="AD" clId="Web-{44274B75-6F7B-69A6-4291-8EB76D2B4AD9}" dt="2026-04-09T08:18:11.949" v="633"/>
          <ac:spMkLst>
            <pc:docMk/>
            <pc:sldMk cId="771671362" sldId="2134804532"/>
            <ac:spMk id="22" creationId="{5EC982D9-FF72-2715-C3B5-2136C01AD393}"/>
          </ac:spMkLst>
        </pc:spChg>
        <pc:spChg chg="add mod">
          <ac:chgData name="#GOH SI QI#" userId="S::siqi005@e.ntu.edu.sg::de5db2cc-bde6-44aa-9493-4f6ee223b8b1" providerId="AD" clId="Web-{44274B75-6F7B-69A6-4291-8EB76D2B4AD9}" dt="2026-04-09T08:20:56.205" v="718" actId="1076"/>
          <ac:spMkLst>
            <pc:docMk/>
            <pc:sldMk cId="771671362" sldId="2134804532"/>
            <ac:spMk id="23" creationId="{9BAFFB30-87E2-690F-3105-B92A04651C21}"/>
          </ac:spMkLst>
        </pc:spChg>
        <pc:spChg chg="add del">
          <ac:chgData name="#GOH SI QI#" userId="S::siqi005@e.ntu.edu.sg::de5db2cc-bde6-44aa-9493-4f6ee223b8b1" providerId="AD" clId="Web-{44274B75-6F7B-69A6-4291-8EB76D2B4AD9}" dt="2026-04-09T08:18:51.435" v="648"/>
          <ac:spMkLst>
            <pc:docMk/>
            <pc:sldMk cId="771671362" sldId="2134804532"/>
            <ac:spMk id="24" creationId="{BE1D3570-2BB7-B5EC-E471-CE5D3038C801}"/>
          </ac:spMkLst>
        </pc:spChg>
        <pc:spChg chg="add mod">
          <ac:chgData name="#GOH SI QI#" userId="S::siqi005@e.ntu.edu.sg::de5db2cc-bde6-44aa-9493-4f6ee223b8b1" providerId="AD" clId="Web-{44274B75-6F7B-69A6-4291-8EB76D2B4AD9}" dt="2026-04-09T08:20:56.221" v="719" actId="1076"/>
          <ac:spMkLst>
            <pc:docMk/>
            <pc:sldMk cId="771671362" sldId="2134804532"/>
            <ac:spMk id="25" creationId="{C1FB6DB0-7C17-8549-F5AB-7B04F250E914}"/>
          </ac:spMkLst>
        </pc:spChg>
        <pc:spChg chg="add del mod">
          <ac:chgData name="#GOH SI QI#" userId="S::siqi005@e.ntu.edu.sg::de5db2cc-bde6-44aa-9493-4f6ee223b8b1" providerId="AD" clId="Web-{44274B75-6F7B-69A6-4291-8EB76D2B4AD9}" dt="2026-04-09T08:19:06.467" v="653"/>
          <ac:spMkLst>
            <pc:docMk/>
            <pc:sldMk cId="771671362" sldId="2134804532"/>
            <ac:spMk id="26" creationId="{91C64C13-BD0C-B8CA-E870-8A8EAD5DF344}"/>
          </ac:spMkLst>
        </pc:spChg>
        <pc:spChg chg="add mod">
          <ac:chgData name="#GOH SI QI#" userId="S::siqi005@e.ntu.edu.sg::de5db2cc-bde6-44aa-9493-4f6ee223b8b1" providerId="AD" clId="Web-{44274B75-6F7B-69A6-4291-8EB76D2B4AD9}" dt="2026-04-09T08:20:56.237" v="720" actId="1076"/>
          <ac:spMkLst>
            <pc:docMk/>
            <pc:sldMk cId="771671362" sldId="2134804532"/>
            <ac:spMk id="27" creationId="{CA844CB9-6431-FEBC-09C9-E50F091E0FC2}"/>
          </ac:spMkLst>
        </pc:spChg>
        <pc:spChg chg="add mod">
          <ac:chgData name="#GOH SI QI#" userId="S::siqi005@e.ntu.edu.sg::de5db2cc-bde6-44aa-9493-4f6ee223b8b1" providerId="AD" clId="Web-{44274B75-6F7B-69A6-4291-8EB76D2B4AD9}" dt="2026-04-09T08:25:22.728" v="839" actId="20577"/>
          <ac:spMkLst>
            <pc:docMk/>
            <pc:sldMk cId="771671362" sldId="2134804532"/>
            <ac:spMk id="28" creationId="{FA0D570A-AC86-0370-CA8B-520F6A203B74}"/>
          </ac:spMkLst>
        </pc:spChg>
        <pc:spChg chg="add mod">
          <ac:chgData name="#GOH SI QI#" userId="S::siqi005@e.ntu.edu.sg::de5db2cc-bde6-44aa-9493-4f6ee223b8b1" providerId="AD" clId="Web-{44274B75-6F7B-69A6-4291-8EB76D2B4AD9}" dt="2026-04-09T08:20:56.252" v="722" actId="1076"/>
          <ac:spMkLst>
            <pc:docMk/>
            <pc:sldMk cId="771671362" sldId="2134804532"/>
            <ac:spMk id="29" creationId="{BEDF9CD4-9751-CE58-036B-72FC00F2C328}"/>
          </ac:spMkLst>
        </pc:spChg>
        <pc:spChg chg="add mod">
          <ac:chgData name="#GOH SI QI#" userId="S::siqi005@e.ntu.edu.sg::de5db2cc-bde6-44aa-9493-4f6ee223b8b1" providerId="AD" clId="Web-{44274B75-6F7B-69A6-4291-8EB76D2B4AD9}" dt="2026-04-09T08:20:56.268" v="723" actId="1076"/>
          <ac:spMkLst>
            <pc:docMk/>
            <pc:sldMk cId="771671362" sldId="2134804532"/>
            <ac:spMk id="30" creationId="{F3B2364A-E7F3-DC7A-8F74-38E394FC040C}"/>
          </ac:spMkLst>
        </pc:spChg>
        <pc:spChg chg="add mod">
          <ac:chgData name="#GOH SI QI#" userId="S::siqi005@e.ntu.edu.sg::de5db2cc-bde6-44aa-9493-4f6ee223b8b1" providerId="AD" clId="Web-{44274B75-6F7B-69A6-4291-8EB76D2B4AD9}" dt="2026-04-09T08:20:56.284" v="724" actId="1076"/>
          <ac:spMkLst>
            <pc:docMk/>
            <pc:sldMk cId="771671362" sldId="2134804532"/>
            <ac:spMk id="31" creationId="{351C4DE3-052A-579A-972A-CF937994029C}"/>
          </ac:spMkLst>
        </pc:spChg>
        <pc:spChg chg="add mod">
          <ac:chgData name="#GOH SI QI#" userId="S::siqi005@e.ntu.edu.sg::de5db2cc-bde6-44aa-9493-4f6ee223b8b1" providerId="AD" clId="Web-{44274B75-6F7B-69A6-4291-8EB76D2B4AD9}" dt="2026-04-09T08:25:09.993" v="835" actId="20577"/>
          <ac:spMkLst>
            <pc:docMk/>
            <pc:sldMk cId="771671362" sldId="2134804532"/>
            <ac:spMk id="32" creationId="{B7CF01E2-33E0-B326-C20A-1FD0B6A0BDE8}"/>
          </ac:spMkLst>
        </pc:spChg>
        <pc:picChg chg="del">
          <ac:chgData name="#GOH SI QI#" userId="S::siqi005@e.ntu.edu.sg::de5db2cc-bde6-44aa-9493-4f6ee223b8b1" providerId="AD" clId="Web-{44274B75-6F7B-69A6-4291-8EB76D2B4AD9}" dt="2026-04-09T08:14:35.449" v="547"/>
          <ac:picMkLst>
            <pc:docMk/>
            <pc:sldMk cId="771671362" sldId="2134804532"/>
            <ac:picMk id="3" creationId="{4473C2FA-F607-124C-0352-FC7E32432A58}"/>
          </ac:picMkLst>
        </pc:picChg>
        <pc:picChg chg="del">
          <ac:chgData name="#GOH SI QI#" userId="S::siqi005@e.ntu.edu.sg::de5db2cc-bde6-44aa-9493-4f6ee223b8b1" providerId="AD" clId="Web-{44274B75-6F7B-69A6-4291-8EB76D2B4AD9}" dt="2026-04-09T08:14:36.121" v="548"/>
          <ac:picMkLst>
            <pc:docMk/>
            <pc:sldMk cId="771671362" sldId="2134804532"/>
            <ac:picMk id="4098" creationId="{B3CF9724-AD93-6637-3BE1-1F44A52D7C0A}"/>
          </ac:picMkLst>
        </pc:picChg>
        <pc:cxnChg chg="add del">
          <ac:chgData name="#GOH SI QI#" userId="S::siqi005@e.ntu.edu.sg::de5db2cc-bde6-44aa-9493-4f6ee223b8b1" providerId="AD" clId="Web-{44274B75-6F7B-69A6-4291-8EB76D2B4AD9}" dt="2026-04-09T08:17:03.242" v="612"/>
          <ac:cxnSpMkLst>
            <pc:docMk/>
            <pc:sldMk cId="771671362" sldId="2134804532"/>
            <ac:cxnSpMk id="16" creationId="{F13CFDA7-6E3C-C1EC-03A5-5F2328F482F6}"/>
          </ac:cxnSpMkLst>
        </pc:cxnChg>
      </pc:sldChg>
    </pc:docChg>
  </pc:docChgLst>
  <pc:docChgLst>
    <pc:chgData name="#GOH SI QI#" userId="S::siqi005@e.ntu.edu.sg::de5db2cc-bde6-44aa-9493-4f6ee223b8b1" providerId="AD" clId="Web-{DD65DD26-1AB9-EA9C-4383-038C32150796}"/>
    <pc:docChg chg="addSld delSld modSld sldOrd">
      <pc:chgData name="#GOH SI QI#" userId="S::siqi005@e.ntu.edu.sg::de5db2cc-bde6-44aa-9493-4f6ee223b8b1" providerId="AD" clId="Web-{DD65DD26-1AB9-EA9C-4383-038C32150796}" dt="2026-04-09T20:47:14.055" v="426"/>
      <pc:docMkLst>
        <pc:docMk/>
      </pc:docMkLst>
      <pc:sldChg chg="modSp">
        <pc:chgData name="#GOH SI QI#" userId="S::siqi005@e.ntu.edu.sg::de5db2cc-bde6-44aa-9493-4f6ee223b8b1" providerId="AD" clId="Web-{DD65DD26-1AB9-EA9C-4383-038C32150796}" dt="2026-04-09T20:25:04.442" v="75" actId="1076"/>
        <pc:sldMkLst>
          <pc:docMk/>
          <pc:sldMk cId="2690141231" sldId="2134804503"/>
        </pc:sldMkLst>
        <pc:spChg chg="mod">
          <ac:chgData name="#GOH SI QI#" userId="S::siqi005@e.ntu.edu.sg::de5db2cc-bde6-44aa-9493-4f6ee223b8b1" providerId="AD" clId="Web-{DD65DD26-1AB9-EA9C-4383-038C32150796}" dt="2026-04-09T20:24:50.159" v="67" actId="1076"/>
          <ac:spMkLst>
            <pc:docMk/>
            <pc:sldMk cId="2690141231" sldId="2134804503"/>
            <ac:spMk id="4" creationId="{5BE66335-3100-25D8-45EE-134F385DAFB4}"/>
          </ac:spMkLst>
        </pc:spChg>
        <pc:spChg chg="mod">
          <ac:chgData name="#GOH SI QI#" userId="S::siqi005@e.ntu.edu.sg::de5db2cc-bde6-44aa-9493-4f6ee223b8b1" providerId="AD" clId="Web-{DD65DD26-1AB9-EA9C-4383-038C32150796}" dt="2026-04-09T20:24:50.159" v="69" actId="1076"/>
          <ac:spMkLst>
            <pc:docMk/>
            <pc:sldMk cId="2690141231" sldId="2134804503"/>
            <ac:spMk id="9" creationId="{7011A82B-CD1E-E046-5B97-92D27F835A7F}"/>
          </ac:spMkLst>
        </pc:spChg>
        <pc:spChg chg="mod">
          <ac:chgData name="#GOH SI QI#" userId="S::siqi005@e.ntu.edu.sg::de5db2cc-bde6-44aa-9493-4f6ee223b8b1" providerId="AD" clId="Web-{DD65DD26-1AB9-EA9C-4383-038C32150796}" dt="2026-04-09T20:25:04.442" v="75" actId="1076"/>
          <ac:spMkLst>
            <pc:docMk/>
            <pc:sldMk cId="2690141231" sldId="2134804503"/>
            <ac:spMk id="10" creationId="{9C7CD157-E6C0-8B0E-C950-946AF40FDA20}"/>
          </ac:spMkLst>
        </pc:spChg>
        <pc:spChg chg="mod">
          <ac:chgData name="#GOH SI QI#" userId="S::siqi005@e.ntu.edu.sg::de5db2cc-bde6-44aa-9493-4f6ee223b8b1" providerId="AD" clId="Web-{DD65DD26-1AB9-EA9C-4383-038C32150796}" dt="2026-04-09T20:24:57.769" v="71" actId="1076"/>
          <ac:spMkLst>
            <pc:docMk/>
            <pc:sldMk cId="2690141231" sldId="2134804503"/>
            <ac:spMk id="11" creationId="{219869AF-9456-14B8-4317-02F5FC446E54}"/>
          </ac:spMkLst>
        </pc:spChg>
        <pc:spChg chg="mod">
          <ac:chgData name="#GOH SI QI#" userId="S::siqi005@e.ntu.edu.sg::de5db2cc-bde6-44aa-9493-4f6ee223b8b1" providerId="AD" clId="Web-{DD65DD26-1AB9-EA9C-4383-038C32150796}" dt="2026-04-09T20:24:50.175" v="70" actId="1076"/>
          <ac:spMkLst>
            <pc:docMk/>
            <pc:sldMk cId="2690141231" sldId="2134804503"/>
            <ac:spMk id="12" creationId="{F5DEE7CC-5EA2-4859-2E59-DAD46461F880}"/>
          </ac:spMkLst>
        </pc:spChg>
        <pc:grpChg chg="mod">
          <ac:chgData name="#GOH SI QI#" userId="S::siqi005@e.ntu.edu.sg::de5db2cc-bde6-44aa-9493-4f6ee223b8b1" providerId="AD" clId="Web-{DD65DD26-1AB9-EA9C-4383-038C32150796}" dt="2026-04-09T20:24:50.159" v="68" actId="1076"/>
          <ac:grpSpMkLst>
            <pc:docMk/>
            <pc:sldMk cId="2690141231" sldId="2134804503"/>
            <ac:grpSpMk id="3" creationId="{1E4D0600-8709-1329-B8FD-F2282D5FD201}"/>
          </ac:grpSpMkLst>
        </pc:grpChg>
        <pc:picChg chg="mod">
          <ac:chgData name="#GOH SI QI#" userId="S::siqi005@e.ntu.edu.sg::de5db2cc-bde6-44aa-9493-4f6ee223b8b1" providerId="AD" clId="Web-{DD65DD26-1AB9-EA9C-4383-038C32150796}" dt="2026-04-09T20:24:57.769" v="72" actId="1076"/>
          <ac:picMkLst>
            <pc:docMk/>
            <pc:sldMk cId="2690141231" sldId="2134804503"/>
            <ac:picMk id="15" creationId="{E34D9562-C581-CC5C-33E1-E6C3D69408CB}"/>
          </ac:picMkLst>
        </pc:picChg>
        <pc:picChg chg="mod">
          <ac:chgData name="#GOH SI QI#" userId="S::siqi005@e.ntu.edu.sg::de5db2cc-bde6-44aa-9493-4f6ee223b8b1" providerId="AD" clId="Web-{DD65DD26-1AB9-EA9C-4383-038C32150796}" dt="2026-04-09T20:24:57.769" v="73" actId="1076"/>
          <ac:picMkLst>
            <pc:docMk/>
            <pc:sldMk cId="2690141231" sldId="2134804503"/>
            <ac:picMk id="18" creationId="{8B23C4A2-A856-79B8-7C7A-D28F4EFC5808}"/>
          </ac:picMkLst>
        </pc:picChg>
        <pc:picChg chg="mod">
          <ac:chgData name="#GOH SI QI#" userId="S::siqi005@e.ntu.edu.sg::de5db2cc-bde6-44aa-9493-4f6ee223b8b1" providerId="AD" clId="Web-{DD65DD26-1AB9-EA9C-4383-038C32150796}" dt="2026-04-09T20:24:57.785" v="74" actId="1076"/>
          <ac:picMkLst>
            <pc:docMk/>
            <pc:sldMk cId="2690141231" sldId="2134804503"/>
            <ac:picMk id="20" creationId="{8FB13EB7-BDCF-723F-6F1A-3F7CEFC53843}"/>
          </ac:picMkLst>
        </pc:picChg>
      </pc:sldChg>
      <pc:sldChg chg="addSp delSp modSp mod ord modShow modNotes">
        <pc:chgData name="#GOH SI QI#" userId="S::siqi005@e.ntu.edu.sg::de5db2cc-bde6-44aa-9493-4f6ee223b8b1" providerId="AD" clId="Web-{DD65DD26-1AB9-EA9C-4383-038C32150796}" dt="2026-04-09T20:41:20.867" v="357" actId="20577"/>
        <pc:sldMkLst>
          <pc:docMk/>
          <pc:sldMk cId="4228394440" sldId="2134804513"/>
        </pc:sldMkLst>
        <pc:spChg chg="mod">
          <ac:chgData name="#GOH SI QI#" userId="S::siqi005@e.ntu.edu.sg::de5db2cc-bde6-44aa-9493-4f6ee223b8b1" providerId="AD" clId="Web-{DD65DD26-1AB9-EA9C-4383-038C32150796}" dt="2026-04-09T20:33:23.020" v="157" actId="20577"/>
          <ac:spMkLst>
            <pc:docMk/>
            <pc:sldMk cId="4228394440" sldId="2134804513"/>
            <ac:spMk id="2" creationId="{988F306E-87A4-57D3-994B-B3E1CC1A4C23}"/>
          </ac:spMkLst>
        </pc:spChg>
        <pc:spChg chg="add mod">
          <ac:chgData name="#GOH SI QI#" userId="S::siqi005@e.ntu.edu.sg::de5db2cc-bde6-44aa-9493-4f6ee223b8b1" providerId="AD" clId="Web-{DD65DD26-1AB9-EA9C-4383-038C32150796}" dt="2026-04-09T20:41:20.867" v="357" actId="20577"/>
          <ac:spMkLst>
            <pc:docMk/>
            <pc:sldMk cId="4228394440" sldId="2134804513"/>
            <ac:spMk id="10" creationId="{9629F19A-08B3-B2AD-0A2E-EA28D8D3FD16}"/>
          </ac:spMkLst>
        </pc:spChg>
        <pc:spChg chg="add mod">
          <ac:chgData name="#GOH SI QI#" userId="S::siqi005@e.ntu.edu.sg::de5db2cc-bde6-44aa-9493-4f6ee223b8b1" providerId="AD" clId="Web-{DD65DD26-1AB9-EA9C-4383-038C32150796}" dt="2026-04-09T20:41:18.524" v="356" actId="1076"/>
          <ac:spMkLst>
            <pc:docMk/>
            <pc:sldMk cId="4228394440" sldId="2134804513"/>
            <ac:spMk id="12" creationId="{BF6D1A20-BFA6-29D8-4594-A115EA7C3F9C}"/>
          </ac:spMkLst>
        </pc:spChg>
        <pc:picChg chg="mod modCrop">
          <ac:chgData name="#GOH SI QI#" userId="S::siqi005@e.ntu.edu.sg::de5db2cc-bde6-44aa-9493-4f6ee223b8b1" providerId="AD" clId="Web-{DD65DD26-1AB9-EA9C-4383-038C32150796}" dt="2026-04-09T20:33:37.052" v="162" actId="1076"/>
          <ac:picMkLst>
            <pc:docMk/>
            <pc:sldMk cId="4228394440" sldId="2134804513"/>
            <ac:picMk id="4" creationId="{F7E9CD33-243C-19CB-60C9-3A7D3A361830}"/>
          </ac:picMkLst>
        </pc:picChg>
        <pc:picChg chg="add del mod modCrop">
          <ac:chgData name="#GOH SI QI#" userId="S::siqi005@e.ntu.edu.sg::de5db2cc-bde6-44aa-9493-4f6ee223b8b1" providerId="AD" clId="Web-{DD65DD26-1AB9-EA9C-4383-038C32150796}" dt="2026-04-09T20:33:26.239" v="158"/>
          <ac:picMkLst>
            <pc:docMk/>
            <pc:sldMk cId="4228394440" sldId="2134804513"/>
            <ac:picMk id="6" creationId="{4E96D166-8070-8DA3-9FCD-73D469306949}"/>
          </ac:picMkLst>
        </pc:picChg>
        <pc:picChg chg="add del">
          <ac:chgData name="#GOH SI QI#" userId="S::siqi005@e.ntu.edu.sg::de5db2cc-bde6-44aa-9493-4f6ee223b8b1" providerId="AD" clId="Web-{DD65DD26-1AB9-EA9C-4383-038C32150796}" dt="2026-04-09T20:37:54.086" v="258"/>
          <ac:picMkLst>
            <pc:docMk/>
            <pc:sldMk cId="4228394440" sldId="2134804513"/>
            <ac:picMk id="8" creationId="{F3E57A80-01A0-FB28-47CE-00E8756794B9}"/>
          </ac:picMkLst>
        </pc:picChg>
      </pc:sldChg>
      <pc:sldChg chg="del">
        <pc:chgData name="#GOH SI QI#" userId="S::siqi005@e.ntu.edu.sg::de5db2cc-bde6-44aa-9493-4f6ee223b8b1" providerId="AD" clId="Web-{DD65DD26-1AB9-EA9C-4383-038C32150796}" dt="2026-04-09T20:47:14.055" v="426"/>
        <pc:sldMkLst>
          <pc:docMk/>
          <pc:sldMk cId="667741021" sldId="2134804521"/>
        </pc:sldMkLst>
      </pc:sldChg>
      <pc:sldChg chg="modSp">
        <pc:chgData name="#GOH SI QI#" userId="S::siqi005@e.ntu.edu.sg::de5db2cc-bde6-44aa-9493-4f6ee223b8b1" providerId="AD" clId="Web-{DD65DD26-1AB9-EA9C-4383-038C32150796}" dt="2026-04-09T20:27:41.574" v="101" actId="1076"/>
        <pc:sldMkLst>
          <pc:docMk/>
          <pc:sldMk cId="1937030805" sldId="2134804523"/>
        </pc:sldMkLst>
        <pc:spChg chg="mod">
          <ac:chgData name="#GOH SI QI#" userId="S::siqi005@e.ntu.edu.sg::de5db2cc-bde6-44aa-9493-4f6ee223b8b1" providerId="AD" clId="Web-{DD65DD26-1AB9-EA9C-4383-038C32150796}" dt="2026-04-09T20:27:37.543" v="100" actId="1076"/>
          <ac:spMkLst>
            <pc:docMk/>
            <pc:sldMk cId="1937030805" sldId="2134804523"/>
            <ac:spMk id="3" creationId="{293108ED-1342-BA2F-E25A-5E97D96C068C}"/>
          </ac:spMkLst>
        </pc:spChg>
        <pc:spChg chg="mod">
          <ac:chgData name="#GOH SI QI#" userId="S::siqi005@e.ntu.edu.sg::de5db2cc-bde6-44aa-9493-4f6ee223b8b1" providerId="AD" clId="Web-{DD65DD26-1AB9-EA9C-4383-038C32150796}" dt="2026-04-09T20:27:28.667" v="99" actId="1076"/>
          <ac:spMkLst>
            <pc:docMk/>
            <pc:sldMk cId="1937030805" sldId="2134804523"/>
            <ac:spMk id="24" creationId="{CE864088-74AC-7F90-8013-A155D2AB9992}"/>
          </ac:spMkLst>
        </pc:spChg>
        <pc:spChg chg="mod">
          <ac:chgData name="#GOH SI QI#" userId="S::siqi005@e.ntu.edu.sg::de5db2cc-bde6-44aa-9493-4f6ee223b8b1" providerId="AD" clId="Web-{DD65DD26-1AB9-EA9C-4383-038C32150796}" dt="2026-04-09T20:26:42.056" v="91" actId="14100"/>
          <ac:spMkLst>
            <pc:docMk/>
            <pc:sldMk cId="1937030805" sldId="2134804523"/>
            <ac:spMk id="25" creationId="{C8D9C3D0-1401-2365-1D60-CA92F2C2D0FE}"/>
          </ac:spMkLst>
        </pc:spChg>
        <pc:spChg chg="mod">
          <ac:chgData name="#GOH SI QI#" userId="S::siqi005@e.ntu.edu.sg::de5db2cc-bde6-44aa-9493-4f6ee223b8b1" providerId="AD" clId="Web-{DD65DD26-1AB9-EA9C-4383-038C32150796}" dt="2026-04-09T20:25:47.288" v="80" actId="14100"/>
          <ac:spMkLst>
            <pc:docMk/>
            <pc:sldMk cId="1937030805" sldId="2134804523"/>
            <ac:spMk id="26" creationId="{1DC03A96-A91D-7A96-878D-AA90298E333E}"/>
          </ac:spMkLst>
        </pc:spChg>
        <pc:spChg chg="mod">
          <ac:chgData name="#GOH SI QI#" userId="S::siqi005@e.ntu.edu.sg::de5db2cc-bde6-44aa-9493-4f6ee223b8b1" providerId="AD" clId="Web-{DD65DD26-1AB9-EA9C-4383-038C32150796}" dt="2026-04-09T20:26:20.399" v="84" actId="1076"/>
          <ac:spMkLst>
            <pc:docMk/>
            <pc:sldMk cId="1937030805" sldId="2134804523"/>
            <ac:spMk id="30" creationId="{72BD9E6C-66AB-CDE9-00D4-241E143132F7}"/>
          </ac:spMkLst>
        </pc:spChg>
        <pc:grpChg chg="mod">
          <ac:chgData name="#GOH SI QI#" userId="S::siqi005@e.ntu.edu.sg::de5db2cc-bde6-44aa-9493-4f6ee223b8b1" providerId="AD" clId="Web-{DD65DD26-1AB9-EA9C-4383-038C32150796}" dt="2026-04-09T20:27:41.574" v="101" actId="1076"/>
          <ac:grpSpMkLst>
            <pc:docMk/>
            <pc:sldMk cId="1937030805" sldId="2134804523"/>
            <ac:grpSpMk id="27" creationId="{D6191989-1738-AAD7-39FF-E956F74D9FAA}"/>
          </ac:grpSpMkLst>
        </pc:grpChg>
        <pc:grpChg chg="mod">
          <ac:chgData name="#GOH SI QI#" userId="S::siqi005@e.ntu.edu.sg::de5db2cc-bde6-44aa-9493-4f6ee223b8b1" providerId="AD" clId="Web-{DD65DD26-1AB9-EA9C-4383-038C32150796}" dt="2026-04-09T20:26:26.430" v="85" actId="1076"/>
          <ac:grpSpMkLst>
            <pc:docMk/>
            <pc:sldMk cId="1937030805" sldId="2134804523"/>
            <ac:grpSpMk id="31" creationId="{D71EFEC3-9A81-8F6D-09EE-155DC17D8430}"/>
          </ac:grpSpMkLst>
        </pc:grpChg>
        <pc:cxnChg chg="mod">
          <ac:chgData name="#GOH SI QI#" userId="S::siqi005@e.ntu.edu.sg::de5db2cc-bde6-44aa-9493-4f6ee223b8b1" providerId="AD" clId="Web-{DD65DD26-1AB9-EA9C-4383-038C32150796}" dt="2026-04-09T20:27:19.698" v="98" actId="14100"/>
          <ac:cxnSpMkLst>
            <pc:docMk/>
            <pc:sldMk cId="1937030805" sldId="2134804523"/>
            <ac:cxnSpMk id="29" creationId="{445EEEA2-0159-4AF4-C83D-82F94BF00DE8}"/>
          </ac:cxnSpMkLst>
        </pc:cxnChg>
      </pc:sldChg>
      <pc:sldChg chg="addSp modSp mod ord modShow">
        <pc:chgData name="#GOH SI QI#" userId="S::siqi005@e.ntu.edu.sg::de5db2cc-bde6-44aa-9493-4f6ee223b8b1" providerId="AD" clId="Web-{DD65DD26-1AB9-EA9C-4383-038C32150796}" dt="2026-04-09T20:46:34.569" v="425" actId="1076"/>
        <pc:sldMkLst>
          <pc:docMk/>
          <pc:sldMk cId="2765113857" sldId="2134804529"/>
        </pc:sldMkLst>
        <pc:spChg chg="mod">
          <ac:chgData name="#GOH SI QI#" userId="S::siqi005@e.ntu.edu.sg::de5db2cc-bde6-44aa-9493-4f6ee223b8b1" providerId="AD" clId="Web-{DD65DD26-1AB9-EA9C-4383-038C32150796}" dt="2026-04-09T18:42:15.219" v="39" actId="20577"/>
          <ac:spMkLst>
            <pc:docMk/>
            <pc:sldMk cId="2765113857" sldId="2134804529"/>
            <ac:spMk id="2" creationId="{E6416817-9CCD-A001-4948-478F4C6A1F98}"/>
          </ac:spMkLst>
        </pc:spChg>
        <pc:spChg chg="add mod">
          <ac:chgData name="#GOH SI QI#" userId="S::siqi005@e.ntu.edu.sg::de5db2cc-bde6-44aa-9493-4f6ee223b8b1" providerId="AD" clId="Web-{DD65DD26-1AB9-EA9C-4383-038C32150796}" dt="2026-04-09T18:42:44.923" v="42" actId="20577"/>
          <ac:spMkLst>
            <pc:docMk/>
            <pc:sldMk cId="2765113857" sldId="2134804529"/>
            <ac:spMk id="3" creationId="{B26F5EDA-9272-8D5A-1510-BBD4F51580ED}"/>
          </ac:spMkLst>
        </pc:spChg>
        <pc:spChg chg="add mod">
          <ac:chgData name="#GOH SI QI#" userId="S::siqi005@e.ntu.edu.sg::de5db2cc-bde6-44aa-9493-4f6ee223b8b1" providerId="AD" clId="Web-{DD65DD26-1AB9-EA9C-4383-038C32150796}" dt="2026-04-09T20:45:34.114" v="406" actId="1076"/>
          <ac:spMkLst>
            <pc:docMk/>
            <pc:sldMk cId="2765113857" sldId="2134804529"/>
            <ac:spMk id="5" creationId="{3DAF4A7A-4077-36A3-91CC-5D210AF420E9}"/>
          </ac:spMkLst>
        </pc:spChg>
        <pc:spChg chg="add mod">
          <ac:chgData name="#GOH SI QI#" userId="S::siqi005@e.ntu.edu.sg::de5db2cc-bde6-44aa-9493-4f6ee223b8b1" providerId="AD" clId="Web-{DD65DD26-1AB9-EA9C-4383-038C32150796}" dt="2026-04-09T20:45:37.818" v="407" actId="1076"/>
          <ac:spMkLst>
            <pc:docMk/>
            <pc:sldMk cId="2765113857" sldId="2134804529"/>
            <ac:spMk id="6" creationId="{3DB65049-6A6D-F2BA-4991-F7689DA89745}"/>
          </ac:spMkLst>
        </pc:spChg>
        <pc:spChg chg="add mod">
          <ac:chgData name="#GOH SI QI#" userId="S::siqi005@e.ntu.edu.sg::de5db2cc-bde6-44aa-9493-4f6ee223b8b1" providerId="AD" clId="Web-{DD65DD26-1AB9-EA9C-4383-038C32150796}" dt="2026-04-09T20:45:57.521" v="417" actId="20577"/>
          <ac:spMkLst>
            <pc:docMk/>
            <pc:sldMk cId="2765113857" sldId="2134804529"/>
            <ac:spMk id="7" creationId="{33EB8B9E-8271-15E7-7454-F1F385E5BE3D}"/>
          </ac:spMkLst>
        </pc:spChg>
        <pc:spChg chg="add mod">
          <ac:chgData name="#GOH SI QI#" userId="S::siqi005@e.ntu.edu.sg::de5db2cc-bde6-44aa-9493-4f6ee223b8b1" providerId="AD" clId="Web-{DD65DD26-1AB9-EA9C-4383-038C32150796}" dt="2026-04-09T20:46:25.053" v="424" actId="20577"/>
          <ac:spMkLst>
            <pc:docMk/>
            <pc:sldMk cId="2765113857" sldId="2134804529"/>
            <ac:spMk id="8" creationId="{003B9DA3-8858-8A3B-500C-B6A0F0220FB1}"/>
          </ac:spMkLst>
        </pc:spChg>
        <pc:picChg chg="mod modCrop">
          <ac:chgData name="#GOH SI QI#" userId="S::siqi005@e.ntu.edu.sg::de5db2cc-bde6-44aa-9493-4f6ee223b8b1" providerId="AD" clId="Web-{DD65DD26-1AB9-EA9C-4383-038C32150796}" dt="2026-04-09T20:46:34.569" v="425" actId="1076"/>
          <ac:picMkLst>
            <pc:docMk/>
            <pc:sldMk cId="2765113857" sldId="2134804529"/>
            <ac:picMk id="4" creationId="{CBEE8D1D-5F92-E9B4-C8A2-7FFE54301715}"/>
          </ac:picMkLst>
        </pc:picChg>
      </pc:sldChg>
      <pc:sldChg chg="modSp mod ord modShow">
        <pc:chgData name="#GOH SI QI#" userId="S::siqi005@e.ntu.edu.sg::de5db2cc-bde6-44aa-9493-4f6ee223b8b1" providerId="AD" clId="Web-{DD65DD26-1AB9-EA9C-4383-038C32150796}" dt="2026-04-09T20:41:45.244" v="360" actId="1076"/>
        <pc:sldMkLst>
          <pc:docMk/>
          <pc:sldMk cId="1211515407" sldId="2134804531"/>
        </pc:sldMkLst>
        <pc:spChg chg="mod">
          <ac:chgData name="#GOH SI QI#" userId="S::siqi005@e.ntu.edu.sg::de5db2cc-bde6-44aa-9493-4f6ee223b8b1" providerId="AD" clId="Web-{DD65DD26-1AB9-EA9C-4383-038C32150796}" dt="2026-04-09T20:41:45.244" v="360" actId="1076"/>
          <ac:spMkLst>
            <pc:docMk/>
            <pc:sldMk cId="1211515407" sldId="2134804531"/>
            <ac:spMk id="2" creationId="{EC1417BA-21A2-3864-5219-8769337C01D1}"/>
          </ac:spMkLst>
        </pc:spChg>
      </pc:sldChg>
      <pc:sldChg chg="addSp modSp modNotes">
        <pc:chgData name="#GOH SI QI#" userId="S::siqi005@e.ntu.edu.sg::de5db2cc-bde6-44aa-9493-4f6ee223b8b1" providerId="AD" clId="Web-{DD65DD26-1AB9-EA9C-4383-038C32150796}" dt="2026-04-09T18:43:47.846" v="51" actId="1076"/>
        <pc:sldMkLst>
          <pc:docMk/>
          <pc:sldMk cId="771671362" sldId="2134804532"/>
        </pc:sldMkLst>
        <pc:spChg chg="mod">
          <ac:chgData name="#GOH SI QI#" userId="S::siqi005@e.ntu.edu.sg::de5db2cc-bde6-44aa-9493-4f6ee223b8b1" providerId="AD" clId="Web-{DD65DD26-1AB9-EA9C-4383-038C32150796}" dt="2026-04-09T18:43:08.439" v="45"/>
          <ac:spMkLst>
            <pc:docMk/>
            <pc:sldMk cId="771671362" sldId="2134804532"/>
            <ac:spMk id="7" creationId="{3F9C4A43-554E-168E-EF15-923B192729FB}"/>
          </ac:spMkLst>
        </pc:spChg>
        <pc:spChg chg="mod">
          <ac:chgData name="#GOH SI QI#" userId="S::siqi005@e.ntu.edu.sg::de5db2cc-bde6-44aa-9493-4f6ee223b8b1" providerId="AD" clId="Web-{DD65DD26-1AB9-EA9C-4383-038C32150796}" dt="2026-04-09T18:43:23.033" v="46"/>
          <ac:spMkLst>
            <pc:docMk/>
            <pc:sldMk cId="771671362" sldId="2134804532"/>
            <ac:spMk id="8" creationId="{6C3EC04A-6984-BD8C-EC17-E23F411806AF}"/>
          </ac:spMkLst>
        </pc:spChg>
        <pc:spChg chg="mod">
          <ac:chgData name="#GOH SI QI#" userId="S::siqi005@e.ntu.edu.sg::de5db2cc-bde6-44aa-9493-4f6ee223b8b1" providerId="AD" clId="Web-{DD65DD26-1AB9-EA9C-4383-038C32150796}" dt="2026-04-09T18:43:25.408" v="47"/>
          <ac:spMkLst>
            <pc:docMk/>
            <pc:sldMk cId="771671362" sldId="2134804532"/>
            <ac:spMk id="9" creationId="{8A1B883E-E849-F729-29EE-100B8A8472A4}"/>
          </ac:spMkLst>
        </pc:spChg>
        <pc:spChg chg="mod">
          <ac:chgData name="#GOH SI QI#" userId="S::siqi005@e.ntu.edu.sg::de5db2cc-bde6-44aa-9493-4f6ee223b8b1" providerId="AD" clId="Web-{DD65DD26-1AB9-EA9C-4383-038C32150796}" dt="2026-04-09T18:43:47.846" v="51" actId="1076"/>
          <ac:spMkLst>
            <pc:docMk/>
            <pc:sldMk cId="771671362" sldId="2134804532"/>
            <ac:spMk id="32" creationId="{B7CF01E2-33E0-B326-C20A-1FD0B6A0BDE8}"/>
          </ac:spMkLst>
        </pc:spChg>
        <pc:grpChg chg="add mod">
          <ac:chgData name="#GOH SI QI#" userId="S::siqi005@e.ntu.edu.sg::de5db2cc-bde6-44aa-9493-4f6ee223b8b1" providerId="AD" clId="Web-{DD65DD26-1AB9-EA9C-4383-038C32150796}" dt="2026-04-09T18:43:41.158" v="50" actId="14100"/>
          <ac:grpSpMkLst>
            <pc:docMk/>
            <pc:sldMk cId="771671362" sldId="2134804532"/>
            <ac:grpSpMk id="3" creationId="{E3B2C381-DF23-8474-23F2-6AAE92E3CC65}"/>
          </ac:grpSpMkLst>
        </pc:grpChg>
      </pc:sldChg>
      <pc:sldChg chg="del">
        <pc:chgData name="#GOH SI QI#" userId="S::siqi005@e.ntu.edu.sg::de5db2cc-bde6-44aa-9493-4f6ee223b8b1" providerId="AD" clId="Web-{DD65DD26-1AB9-EA9C-4383-038C32150796}" dt="2026-04-09T20:29:42.359" v="120"/>
        <pc:sldMkLst>
          <pc:docMk/>
          <pc:sldMk cId="3540941110" sldId="2134804536"/>
        </pc:sldMkLst>
      </pc:sldChg>
      <pc:sldChg chg="addSp delSp modSp add replId">
        <pc:chgData name="#GOH SI QI#" userId="S::siqi005@e.ntu.edu.sg::de5db2cc-bde6-44aa-9493-4f6ee223b8b1" providerId="AD" clId="Web-{DD65DD26-1AB9-EA9C-4383-038C32150796}" dt="2026-04-09T20:37:38.149" v="254" actId="1076"/>
        <pc:sldMkLst>
          <pc:docMk/>
          <pc:sldMk cId="3845401954" sldId="2134804540"/>
        </pc:sldMkLst>
        <pc:spChg chg="mod">
          <ac:chgData name="#GOH SI QI#" userId="S::siqi005@e.ntu.edu.sg::de5db2cc-bde6-44aa-9493-4f6ee223b8b1" providerId="AD" clId="Web-{DD65DD26-1AB9-EA9C-4383-038C32150796}" dt="2026-04-09T20:32:56.551" v="144" actId="20577"/>
          <ac:spMkLst>
            <pc:docMk/>
            <pc:sldMk cId="3845401954" sldId="2134804540"/>
            <ac:spMk id="2" creationId="{CA9FAB47-83A8-ACA5-9AA5-DDF48474C665}"/>
          </ac:spMkLst>
        </pc:spChg>
        <pc:spChg chg="add del mod">
          <ac:chgData name="#GOH SI QI#" userId="S::siqi005@e.ntu.edu.sg::de5db2cc-bde6-44aa-9493-4f6ee223b8b1" providerId="AD" clId="Web-{DD65DD26-1AB9-EA9C-4383-038C32150796}" dt="2026-04-09T20:33:05.239" v="147"/>
          <ac:spMkLst>
            <pc:docMk/>
            <pc:sldMk cId="3845401954" sldId="2134804540"/>
            <ac:spMk id="7" creationId="{A6EB5ED1-71AF-9A8E-3946-579B0242155C}"/>
          </ac:spMkLst>
        </pc:spChg>
        <pc:spChg chg="add mod">
          <ac:chgData name="#GOH SI QI#" userId="S::siqi005@e.ntu.edu.sg::de5db2cc-bde6-44aa-9493-4f6ee223b8b1" providerId="AD" clId="Web-{DD65DD26-1AB9-EA9C-4383-038C32150796}" dt="2026-04-09T20:37:28.195" v="252" actId="1076"/>
          <ac:spMkLst>
            <pc:docMk/>
            <pc:sldMk cId="3845401954" sldId="2134804540"/>
            <ac:spMk id="8" creationId="{0FE68183-8720-74ED-3E7A-7CDA97BAB4D6}"/>
          </ac:spMkLst>
        </pc:spChg>
        <pc:spChg chg="add mod">
          <ac:chgData name="#GOH SI QI#" userId="S::siqi005@e.ntu.edu.sg::de5db2cc-bde6-44aa-9493-4f6ee223b8b1" providerId="AD" clId="Web-{DD65DD26-1AB9-EA9C-4383-038C32150796}" dt="2026-04-09T20:37:31.586" v="253" actId="1076"/>
          <ac:spMkLst>
            <pc:docMk/>
            <pc:sldMk cId="3845401954" sldId="2134804540"/>
            <ac:spMk id="9" creationId="{41F6F47C-6BA7-1BEB-B244-D91C24E1C8F6}"/>
          </ac:spMkLst>
        </pc:spChg>
        <pc:spChg chg="add del mod">
          <ac:chgData name="#GOH SI QI#" userId="S::siqi005@e.ntu.edu.sg::de5db2cc-bde6-44aa-9493-4f6ee223b8b1" providerId="AD" clId="Web-{DD65DD26-1AB9-EA9C-4383-038C32150796}" dt="2026-04-09T20:35:28.803" v="189"/>
          <ac:spMkLst>
            <pc:docMk/>
            <pc:sldMk cId="3845401954" sldId="2134804540"/>
            <ac:spMk id="10" creationId="{ADD2A33B-7342-8B77-4F6A-13AD03B2F9B4}"/>
          </ac:spMkLst>
        </pc:spChg>
        <pc:spChg chg="add del">
          <ac:chgData name="#GOH SI QI#" userId="S::siqi005@e.ntu.edu.sg::de5db2cc-bde6-44aa-9493-4f6ee223b8b1" providerId="AD" clId="Web-{DD65DD26-1AB9-EA9C-4383-038C32150796}" dt="2026-04-09T20:35:27.506" v="188"/>
          <ac:spMkLst>
            <pc:docMk/>
            <pc:sldMk cId="3845401954" sldId="2134804540"/>
            <ac:spMk id="11" creationId="{7B83777D-D98B-17A0-B517-6DA8BBDFF2AD}"/>
          </ac:spMkLst>
        </pc:spChg>
        <pc:picChg chg="del">
          <ac:chgData name="#GOH SI QI#" userId="S::siqi005@e.ntu.edu.sg::de5db2cc-bde6-44aa-9493-4f6ee223b8b1" providerId="AD" clId="Web-{DD65DD26-1AB9-EA9C-4383-038C32150796}" dt="2026-04-09T20:33:00.160" v="145"/>
          <ac:picMkLst>
            <pc:docMk/>
            <pc:sldMk cId="3845401954" sldId="2134804540"/>
            <ac:picMk id="4" creationId="{2DD6876B-FEF2-8D88-2CEF-60ECCC2A4E19}"/>
          </ac:picMkLst>
        </pc:picChg>
        <pc:picChg chg="mod modCrop">
          <ac:chgData name="#GOH SI QI#" userId="S::siqi005@e.ntu.edu.sg::de5db2cc-bde6-44aa-9493-4f6ee223b8b1" providerId="AD" clId="Web-{DD65DD26-1AB9-EA9C-4383-038C32150796}" dt="2026-04-09T20:37:38.149" v="254" actId="1076"/>
          <ac:picMkLst>
            <pc:docMk/>
            <pc:sldMk cId="3845401954" sldId="2134804540"/>
            <ac:picMk id="6" creationId="{7B3C0282-68A8-5D42-AC03-22E2D35F5381}"/>
          </ac:picMkLst>
        </pc:picChg>
      </pc:sldChg>
    </pc:docChg>
  </pc:docChgLst>
  <pc:docChgLst>
    <pc:chgData name="#GOH SI QI#" userId="S::siqi005@e.ntu.edu.sg::de5db2cc-bde6-44aa-9493-4f6ee223b8b1" providerId="AD" clId="Web-{151B7F06-FFD6-79E5-1D7D-9A457B1D09DE}"/>
    <pc:docChg chg="modSld">
      <pc:chgData name="#GOH SI QI#" userId="S::siqi005@e.ntu.edu.sg::de5db2cc-bde6-44aa-9493-4f6ee223b8b1" providerId="AD" clId="Web-{151B7F06-FFD6-79E5-1D7D-9A457B1D09DE}" dt="2026-04-10T05:58:04.675" v="9"/>
      <pc:docMkLst>
        <pc:docMk/>
      </pc:docMkLst>
      <pc:sldChg chg="modNotes">
        <pc:chgData name="#GOH SI QI#" userId="S::siqi005@e.ntu.edu.sg::de5db2cc-bde6-44aa-9493-4f6ee223b8b1" providerId="AD" clId="Web-{151B7F06-FFD6-79E5-1D7D-9A457B1D09DE}" dt="2026-04-10T05:58:04.675" v="9"/>
        <pc:sldMkLst>
          <pc:docMk/>
          <pc:sldMk cId="1250846463" sldId="258"/>
        </pc:sldMkLst>
      </pc:sldChg>
      <pc:sldChg chg="modNotes">
        <pc:chgData name="#GOH SI QI#" userId="S::siqi005@e.ntu.edu.sg::de5db2cc-bde6-44aa-9493-4f6ee223b8b1" providerId="AD" clId="Web-{151B7F06-FFD6-79E5-1D7D-9A457B1D09DE}" dt="2026-04-10T05:57:10.077" v="3"/>
        <pc:sldMkLst>
          <pc:docMk/>
          <pc:sldMk cId="3914440350" sldId="2134804502"/>
        </pc:sldMkLst>
      </pc:sldChg>
      <pc:sldChg chg="modNotes">
        <pc:chgData name="#GOH SI QI#" userId="S::siqi005@e.ntu.edu.sg::de5db2cc-bde6-44aa-9493-4f6ee223b8b1" providerId="AD" clId="Web-{151B7F06-FFD6-79E5-1D7D-9A457B1D09DE}" dt="2026-04-10T05:57:24.156" v="7"/>
        <pc:sldMkLst>
          <pc:docMk/>
          <pc:sldMk cId="2170450223" sldId="2134804522"/>
        </pc:sldMkLst>
      </pc:sldChg>
    </pc:docChg>
  </pc:docChgLst>
  <pc:docChgLst>
    <pc:chgData name="#GOH SI QI#" userId="S::siqi005@e.ntu.edu.sg::de5db2cc-bde6-44aa-9493-4f6ee223b8b1" providerId="AD" clId="Web-{E007C42B-DA0F-FBC0-62A7-B897E592075E}"/>
    <pc:docChg chg="modSld">
      <pc:chgData name="#GOH SI QI#" userId="S::siqi005@e.ntu.edu.sg::de5db2cc-bde6-44aa-9493-4f6ee223b8b1" providerId="AD" clId="Web-{E007C42B-DA0F-FBC0-62A7-B897E592075E}" dt="2026-04-10T05:36:09.696" v="78"/>
      <pc:docMkLst>
        <pc:docMk/>
      </pc:docMkLst>
      <pc:sldChg chg="modNotes">
        <pc:chgData name="#GOH SI QI#" userId="S::siqi005@e.ntu.edu.sg::de5db2cc-bde6-44aa-9493-4f6ee223b8b1" providerId="AD" clId="Web-{E007C42B-DA0F-FBC0-62A7-B897E592075E}" dt="2026-04-10T05:31:33.667" v="32"/>
        <pc:sldMkLst>
          <pc:docMk/>
          <pc:sldMk cId="3914440350" sldId="2134804502"/>
        </pc:sldMkLst>
      </pc:sldChg>
      <pc:sldChg chg="modSp modNotes">
        <pc:chgData name="#GOH SI QI#" userId="S::siqi005@e.ntu.edu.sg::de5db2cc-bde6-44aa-9493-4f6ee223b8b1" providerId="AD" clId="Web-{E007C42B-DA0F-FBC0-62A7-B897E592075E}" dt="2026-04-10T05:36:09.696" v="78"/>
        <pc:sldMkLst>
          <pc:docMk/>
          <pc:sldMk cId="4228394440" sldId="2134804513"/>
        </pc:sldMkLst>
        <pc:spChg chg="mod">
          <ac:chgData name="#GOH SI QI#" userId="S::siqi005@e.ntu.edu.sg::de5db2cc-bde6-44aa-9493-4f6ee223b8b1" providerId="AD" clId="Web-{E007C42B-DA0F-FBC0-62A7-B897E592075E}" dt="2026-04-10T05:15:09.816" v="3" actId="20577"/>
          <ac:spMkLst>
            <pc:docMk/>
            <pc:sldMk cId="4228394440" sldId="2134804513"/>
            <ac:spMk id="12" creationId="{BF6D1A20-BFA6-29D8-4594-A115EA7C3F9C}"/>
          </ac:spMkLst>
        </pc:spChg>
      </pc:sldChg>
      <pc:sldChg chg="modNotes">
        <pc:chgData name="#GOH SI QI#" userId="S::siqi005@e.ntu.edu.sg::de5db2cc-bde6-44aa-9493-4f6ee223b8b1" providerId="AD" clId="Web-{E007C42B-DA0F-FBC0-62A7-B897E592075E}" dt="2026-04-10T05:31:43.698" v="35"/>
        <pc:sldMkLst>
          <pc:docMk/>
          <pc:sldMk cId="1837336128" sldId="2134804519"/>
        </pc:sldMkLst>
      </pc:sldChg>
      <pc:sldChg chg="modNotes">
        <pc:chgData name="#GOH SI QI#" userId="S::siqi005@e.ntu.edu.sg::de5db2cc-bde6-44aa-9493-4f6ee223b8b1" providerId="AD" clId="Web-{E007C42B-DA0F-FBC0-62A7-B897E592075E}" dt="2026-04-10T05:31:02.120" v="22"/>
        <pc:sldMkLst>
          <pc:docMk/>
          <pc:sldMk cId="2170450223" sldId="2134804522"/>
        </pc:sldMkLst>
      </pc:sldChg>
      <pc:sldChg chg="modNotes">
        <pc:chgData name="#GOH SI QI#" userId="S::siqi005@e.ntu.edu.sg::de5db2cc-bde6-44aa-9493-4f6ee223b8b1" providerId="AD" clId="Web-{E007C42B-DA0F-FBC0-62A7-B897E592075E}" dt="2026-04-10T05:31:42.589" v="34"/>
        <pc:sldMkLst>
          <pc:docMk/>
          <pc:sldMk cId="1826268169" sldId="2134804539"/>
        </pc:sldMkLst>
      </pc:sldChg>
      <pc:sldChg chg="modNotes">
        <pc:chgData name="#GOH SI QI#" userId="S::siqi005@e.ntu.edu.sg::de5db2cc-bde6-44aa-9493-4f6ee223b8b1" providerId="AD" clId="Web-{E007C42B-DA0F-FBC0-62A7-B897E592075E}" dt="2026-04-10T05:35:25.458" v="57"/>
        <pc:sldMkLst>
          <pc:docMk/>
          <pc:sldMk cId="3845401954" sldId="2134804540"/>
        </pc:sldMkLst>
      </pc:sldChg>
    </pc:docChg>
  </pc:docChgLst>
  <pc:docChgLst>
    <pc:chgData name="#LE HOANG MINH#" userId="S::lehoangm001@e.ntu.edu.sg::7bd19cc6-9867-4cb6-94f2-e799062b36c1" providerId="AD" clId="Web-{B31DE561-81D3-C431-F903-DE5085F19F8B}"/>
    <pc:docChg chg="modSld">
      <pc:chgData name="#LE HOANG MINH#" userId="S::lehoangm001@e.ntu.edu.sg::7bd19cc6-9867-4cb6-94f2-e799062b36c1" providerId="AD" clId="Web-{B31DE561-81D3-C431-F903-DE5085F19F8B}" dt="2026-04-08T07:28:00.353" v="6" actId="20577"/>
      <pc:docMkLst>
        <pc:docMk/>
      </pc:docMkLst>
      <pc:sldChg chg="modSp">
        <pc:chgData name="#LE HOANG MINH#" userId="S::lehoangm001@e.ntu.edu.sg::7bd19cc6-9867-4cb6-94f2-e799062b36c1" providerId="AD" clId="Web-{B31DE561-81D3-C431-F903-DE5085F19F8B}" dt="2026-04-08T07:28:00.353" v="6" actId="20577"/>
        <pc:sldMkLst>
          <pc:docMk/>
          <pc:sldMk cId="2657394395" sldId="2134804501"/>
        </pc:sldMkLst>
        <pc:spChg chg="mod">
          <ac:chgData name="#LE HOANG MINH#" userId="S::lehoangm001@e.ntu.edu.sg::7bd19cc6-9867-4cb6-94f2-e799062b36c1" providerId="AD" clId="Web-{B31DE561-81D3-C431-F903-DE5085F19F8B}" dt="2026-04-08T07:28:00.353" v="6" actId="20577"/>
          <ac:spMkLst>
            <pc:docMk/>
            <pc:sldMk cId="2657394395" sldId="2134804501"/>
            <ac:spMk id="13" creationId="{2DF6B3B4-A158-9358-8669-3872AAF85773}"/>
          </ac:spMkLst>
        </pc:spChg>
      </pc:sldChg>
    </pc:docChg>
  </pc:docChgLst>
  <pc:docChgLst>
    <pc:chgData name="#PANDA SUBRAT PRASAD#" userId="ec1adce1-cd14-42d8-8d91-b50f036fd8fb" providerId="ADAL" clId="{DB70D8F6-C9C6-50FD-B895-B38A97C4B83A}"/>
    <pc:docChg chg="undo custSel addSld delSld modSld sldOrd">
      <pc:chgData name="#PANDA SUBRAT PRASAD#" userId="ec1adce1-cd14-42d8-8d91-b50f036fd8fb" providerId="ADAL" clId="{DB70D8F6-C9C6-50FD-B895-B38A97C4B83A}" dt="2026-04-10T05:50:11.107" v="13697" actId="1076"/>
      <pc:docMkLst>
        <pc:docMk/>
      </pc:docMkLst>
      <pc:sldChg chg="addSp modSp mod setBg">
        <pc:chgData name="#PANDA SUBRAT PRASAD#" userId="ec1adce1-cd14-42d8-8d91-b50f036fd8fb" providerId="ADAL" clId="{DB70D8F6-C9C6-50FD-B895-B38A97C4B83A}" dt="2026-04-10T02:55:55.358" v="13424" actId="113"/>
        <pc:sldMkLst>
          <pc:docMk/>
          <pc:sldMk cId="2268257680" sldId="257"/>
        </pc:sldMkLst>
        <pc:spChg chg="mod">
          <ac:chgData name="#PANDA SUBRAT PRASAD#" userId="ec1adce1-cd14-42d8-8d91-b50f036fd8fb" providerId="ADAL" clId="{DB70D8F6-C9C6-50FD-B895-B38A97C4B83A}" dt="2026-04-10T00:48:02.774" v="11063" actId="26606"/>
          <ac:spMkLst>
            <pc:docMk/>
            <pc:sldMk cId="2268257680" sldId="257"/>
            <ac:spMk id="2" creationId="{ED497BD4-FB4B-C09F-4B8A-C43EBA80A3C1}"/>
          </ac:spMkLst>
        </pc:spChg>
        <pc:spChg chg="mod">
          <ac:chgData name="#PANDA SUBRAT PRASAD#" userId="ec1adce1-cd14-42d8-8d91-b50f036fd8fb" providerId="ADAL" clId="{DB70D8F6-C9C6-50FD-B895-B38A97C4B83A}" dt="2026-04-10T02:55:55.358" v="13424" actId="113"/>
          <ac:spMkLst>
            <pc:docMk/>
            <pc:sldMk cId="2268257680" sldId="257"/>
            <ac:spMk id="3" creationId="{66A2C4DD-8D00-785E-6CEA-A6C09477C0E3}"/>
          </ac:spMkLst>
        </pc:spChg>
        <pc:spChg chg="add">
          <ac:chgData name="#PANDA SUBRAT PRASAD#" userId="ec1adce1-cd14-42d8-8d91-b50f036fd8fb" providerId="ADAL" clId="{DB70D8F6-C9C6-50FD-B895-B38A97C4B83A}" dt="2026-04-10T00:48:02.774" v="11063" actId="26606"/>
          <ac:spMkLst>
            <pc:docMk/>
            <pc:sldMk cId="2268257680" sldId="257"/>
            <ac:spMk id="10" creationId="{45D37F4E-DDB4-456B-97E0-9937730A039F}"/>
          </ac:spMkLst>
        </pc:spChg>
        <pc:spChg chg="add">
          <ac:chgData name="#PANDA SUBRAT PRASAD#" userId="ec1adce1-cd14-42d8-8d91-b50f036fd8fb" providerId="ADAL" clId="{DB70D8F6-C9C6-50FD-B895-B38A97C4B83A}" dt="2026-04-10T00:48:02.774" v="11063" actId="26606"/>
          <ac:spMkLst>
            <pc:docMk/>
            <pc:sldMk cId="2268257680" sldId="257"/>
            <ac:spMk id="12" creationId="{B2DD41CD-8F47-4F56-AD12-4E2FF7696987}"/>
          </ac:spMkLst>
        </pc:spChg>
        <pc:picChg chg="add mod">
          <ac:chgData name="#PANDA SUBRAT PRASAD#" userId="ec1adce1-cd14-42d8-8d91-b50f036fd8fb" providerId="ADAL" clId="{DB70D8F6-C9C6-50FD-B895-B38A97C4B83A}" dt="2026-04-10T01:10:26.016" v="11383" actId="1076"/>
          <ac:picMkLst>
            <pc:docMk/>
            <pc:sldMk cId="2268257680" sldId="257"/>
            <ac:picMk id="5" creationId="{05A755C6-55A4-61D5-00F9-D424C46B6BD6}"/>
          </ac:picMkLst>
        </pc:picChg>
      </pc:sldChg>
      <pc:sldChg chg="addSp modSp mod">
        <pc:chgData name="#PANDA SUBRAT PRASAD#" userId="ec1adce1-cd14-42d8-8d91-b50f036fd8fb" providerId="ADAL" clId="{DB70D8F6-C9C6-50FD-B895-B38A97C4B83A}" dt="2026-04-10T02:38:42.360" v="13279" actId="1076"/>
        <pc:sldMkLst>
          <pc:docMk/>
          <pc:sldMk cId="1250846463" sldId="258"/>
        </pc:sldMkLst>
        <pc:spChg chg="mod">
          <ac:chgData name="#PANDA SUBRAT PRASAD#" userId="ec1adce1-cd14-42d8-8d91-b50f036fd8fb" providerId="ADAL" clId="{DB70D8F6-C9C6-50FD-B895-B38A97C4B83A}" dt="2026-04-06T08:04:27.134" v="2044" actId="1076"/>
          <ac:spMkLst>
            <pc:docMk/>
            <pc:sldMk cId="1250846463" sldId="258"/>
            <ac:spMk id="2" creationId="{B9C3C8F8-446D-DDB6-D922-09D2CC43CDF0}"/>
          </ac:spMkLst>
        </pc:spChg>
        <pc:spChg chg="mod">
          <ac:chgData name="#PANDA SUBRAT PRASAD#" userId="ec1adce1-cd14-42d8-8d91-b50f036fd8fb" providerId="ADAL" clId="{DB70D8F6-C9C6-50FD-B895-B38A97C4B83A}" dt="2026-04-10T02:36:05.433" v="13180" actId="1038"/>
          <ac:spMkLst>
            <pc:docMk/>
            <pc:sldMk cId="1250846463" sldId="258"/>
            <ac:spMk id="3" creationId="{5534BB1F-C512-5F2E-9D71-96E597857ACD}"/>
          </ac:spMkLst>
        </pc:spChg>
        <pc:spChg chg="add mod">
          <ac:chgData name="#PANDA SUBRAT PRASAD#" userId="ec1adce1-cd14-42d8-8d91-b50f036fd8fb" providerId="ADAL" clId="{DB70D8F6-C9C6-50FD-B895-B38A97C4B83A}" dt="2026-04-10T02:35:56.766" v="13151" actId="1037"/>
          <ac:spMkLst>
            <pc:docMk/>
            <pc:sldMk cId="1250846463" sldId="258"/>
            <ac:spMk id="4" creationId="{CB8D3D65-4FB7-DD9E-3219-6DC8C3F03382}"/>
          </ac:spMkLst>
        </pc:spChg>
        <pc:spChg chg="add mod">
          <ac:chgData name="#PANDA SUBRAT PRASAD#" userId="ec1adce1-cd14-42d8-8d91-b50f036fd8fb" providerId="ADAL" clId="{DB70D8F6-C9C6-50FD-B895-B38A97C4B83A}" dt="2026-04-10T02:37:59.859" v="13219" actId="1036"/>
          <ac:spMkLst>
            <pc:docMk/>
            <pc:sldMk cId="1250846463" sldId="258"/>
            <ac:spMk id="5" creationId="{F4DDD445-7ED9-9CB1-F763-18FA1813CFCB}"/>
          </ac:spMkLst>
        </pc:spChg>
        <pc:spChg chg="add mod">
          <ac:chgData name="#PANDA SUBRAT PRASAD#" userId="ec1adce1-cd14-42d8-8d91-b50f036fd8fb" providerId="ADAL" clId="{DB70D8F6-C9C6-50FD-B895-B38A97C4B83A}" dt="2026-04-10T02:37:56.129" v="13214" actId="1035"/>
          <ac:spMkLst>
            <pc:docMk/>
            <pc:sldMk cId="1250846463" sldId="258"/>
            <ac:spMk id="6" creationId="{B445D4D6-93B4-4295-55F8-856260A12407}"/>
          </ac:spMkLst>
        </pc:spChg>
        <pc:spChg chg="add mod">
          <ac:chgData name="#PANDA SUBRAT PRASAD#" userId="ec1adce1-cd14-42d8-8d91-b50f036fd8fb" providerId="ADAL" clId="{DB70D8F6-C9C6-50FD-B895-B38A97C4B83A}" dt="2026-04-10T02:35:56.766" v="13151" actId="1037"/>
          <ac:spMkLst>
            <pc:docMk/>
            <pc:sldMk cId="1250846463" sldId="258"/>
            <ac:spMk id="7" creationId="{44D676B2-C1CA-307D-EA1A-C6A331739D1D}"/>
          </ac:spMkLst>
        </pc:spChg>
        <pc:spChg chg="add mod">
          <ac:chgData name="#PANDA SUBRAT PRASAD#" userId="ec1adce1-cd14-42d8-8d91-b50f036fd8fb" providerId="ADAL" clId="{DB70D8F6-C9C6-50FD-B895-B38A97C4B83A}" dt="2026-04-10T02:38:42.360" v="13279" actId="1076"/>
          <ac:spMkLst>
            <pc:docMk/>
            <pc:sldMk cId="1250846463" sldId="258"/>
            <ac:spMk id="12" creationId="{F06D4BBF-D602-525E-2D66-9830BC95EC2C}"/>
          </ac:spMkLst>
        </pc:spChg>
        <pc:cxnChg chg="add mod">
          <ac:chgData name="#PANDA SUBRAT PRASAD#" userId="ec1adce1-cd14-42d8-8d91-b50f036fd8fb" providerId="ADAL" clId="{DB70D8F6-C9C6-50FD-B895-B38A97C4B83A}" dt="2026-04-10T02:38:17.191" v="13268" actId="1038"/>
          <ac:cxnSpMkLst>
            <pc:docMk/>
            <pc:sldMk cId="1250846463" sldId="258"/>
            <ac:cxnSpMk id="9" creationId="{E0E1A9AE-5340-417E-9998-C1B6B08D7439}"/>
          </ac:cxnSpMkLst>
        </pc:cxnChg>
      </pc:sldChg>
      <pc:sldChg chg="addSp delSp modSp mod">
        <pc:chgData name="#PANDA SUBRAT PRASAD#" userId="ec1adce1-cd14-42d8-8d91-b50f036fd8fb" providerId="ADAL" clId="{DB70D8F6-C9C6-50FD-B895-B38A97C4B83A}" dt="2026-04-10T03:11:55.317" v="13480" actId="1076"/>
        <pc:sldMkLst>
          <pc:docMk/>
          <pc:sldMk cId="2657394395" sldId="2134804501"/>
        </pc:sldMkLst>
        <pc:spChg chg="mod">
          <ac:chgData name="#PANDA SUBRAT PRASAD#" userId="ec1adce1-cd14-42d8-8d91-b50f036fd8fb" providerId="ADAL" clId="{DB70D8F6-C9C6-50FD-B895-B38A97C4B83A}" dt="2026-04-10T03:11:55.317" v="13480" actId="1076"/>
          <ac:spMkLst>
            <pc:docMk/>
            <pc:sldMk cId="2657394395" sldId="2134804501"/>
            <ac:spMk id="5" creationId="{F3C30885-DA6A-15B2-0342-C7CE4CCE37D4}"/>
          </ac:spMkLst>
        </pc:spChg>
        <pc:spChg chg="mod">
          <ac:chgData name="#PANDA SUBRAT PRASAD#" userId="ec1adce1-cd14-42d8-8d91-b50f036fd8fb" providerId="ADAL" clId="{DB70D8F6-C9C6-50FD-B895-B38A97C4B83A}" dt="2026-04-10T00:50:25.960" v="11103" actId="1035"/>
          <ac:spMkLst>
            <pc:docMk/>
            <pc:sldMk cId="2657394395" sldId="2134804501"/>
            <ac:spMk id="6" creationId="{5D69DFD7-2DB3-058C-6233-38DE4725E2C1}"/>
          </ac:spMkLst>
        </pc:spChg>
        <pc:spChg chg="add mod">
          <ac:chgData name="#PANDA SUBRAT PRASAD#" userId="ec1adce1-cd14-42d8-8d91-b50f036fd8fb" providerId="ADAL" clId="{DB70D8F6-C9C6-50FD-B895-B38A97C4B83A}" dt="2026-04-10T03:11:45.196" v="13478" actId="1035"/>
          <ac:spMkLst>
            <pc:docMk/>
            <pc:sldMk cId="2657394395" sldId="2134804501"/>
            <ac:spMk id="7" creationId="{684787CC-D486-88EE-F790-5198CCD61278}"/>
          </ac:spMkLst>
        </pc:spChg>
        <pc:spChg chg="mod">
          <ac:chgData name="#PANDA SUBRAT PRASAD#" userId="ec1adce1-cd14-42d8-8d91-b50f036fd8fb" providerId="ADAL" clId="{DB70D8F6-C9C6-50FD-B895-B38A97C4B83A}" dt="2026-04-10T00:50:25.960" v="11103" actId="1035"/>
          <ac:spMkLst>
            <pc:docMk/>
            <pc:sldMk cId="2657394395" sldId="2134804501"/>
            <ac:spMk id="12" creationId="{BB952BB4-5A14-FA8F-C7F5-2345BB60021A}"/>
          </ac:spMkLst>
        </pc:spChg>
        <pc:spChg chg="mod">
          <ac:chgData name="#PANDA SUBRAT PRASAD#" userId="ec1adce1-cd14-42d8-8d91-b50f036fd8fb" providerId="ADAL" clId="{DB70D8F6-C9C6-50FD-B895-B38A97C4B83A}" dt="2026-04-10T00:50:25.960" v="11103" actId="1035"/>
          <ac:spMkLst>
            <pc:docMk/>
            <pc:sldMk cId="2657394395" sldId="2134804501"/>
            <ac:spMk id="13" creationId="{2DF6B3B4-A158-9358-8669-3872AAF85773}"/>
          </ac:spMkLst>
        </pc:spChg>
        <pc:spChg chg="mod">
          <ac:chgData name="#PANDA SUBRAT PRASAD#" userId="ec1adce1-cd14-42d8-8d91-b50f036fd8fb" providerId="ADAL" clId="{DB70D8F6-C9C6-50FD-B895-B38A97C4B83A}" dt="2026-04-10T00:50:12.857" v="11070" actId="1076"/>
          <ac:spMkLst>
            <pc:docMk/>
            <pc:sldMk cId="2657394395" sldId="2134804501"/>
            <ac:spMk id="16" creationId="{030B45BF-1101-F8C5-8089-46B918E4F535}"/>
          </ac:spMkLst>
        </pc:spChg>
        <pc:picChg chg="add mod">
          <ac:chgData name="#PANDA SUBRAT PRASAD#" userId="ec1adce1-cd14-42d8-8d91-b50f036fd8fb" providerId="ADAL" clId="{DB70D8F6-C9C6-50FD-B895-B38A97C4B83A}" dt="2026-04-07T17:17:58.050" v="4888" actId="1076"/>
          <ac:picMkLst>
            <pc:docMk/>
            <pc:sldMk cId="2657394395" sldId="2134804501"/>
            <ac:picMk id="2" creationId="{30F67226-A858-8341-20BF-DDF09A9E4024}"/>
          </ac:picMkLst>
        </pc:picChg>
        <pc:picChg chg="add mod modCrop">
          <ac:chgData name="#PANDA SUBRAT PRASAD#" userId="ec1adce1-cd14-42d8-8d91-b50f036fd8fb" providerId="ADAL" clId="{DB70D8F6-C9C6-50FD-B895-B38A97C4B83A}" dt="2026-04-10T02:09:31.138" v="12540" actId="1076"/>
          <ac:picMkLst>
            <pc:docMk/>
            <pc:sldMk cId="2657394395" sldId="2134804501"/>
            <ac:picMk id="4" creationId="{4E515473-FCC9-4BEE-B615-5775BCEA095C}"/>
          </ac:picMkLst>
        </pc:picChg>
      </pc:sldChg>
      <pc:sldChg chg="addSp delSp modSp mod modAnim">
        <pc:chgData name="#PANDA SUBRAT PRASAD#" userId="ec1adce1-cd14-42d8-8d91-b50f036fd8fb" providerId="ADAL" clId="{DB70D8F6-C9C6-50FD-B895-B38A97C4B83A}" dt="2026-04-10T04:59:20.104" v="13531" actId="20577"/>
        <pc:sldMkLst>
          <pc:docMk/>
          <pc:sldMk cId="3914440350" sldId="2134804502"/>
        </pc:sldMkLst>
        <pc:spChg chg="mod">
          <ac:chgData name="#PANDA SUBRAT PRASAD#" userId="ec1adce1-cd14-42d8-8d91-b50f036fd8fb" providerId="ADAL" clId="{DB70D8F6-C9C6-50FD-B895-B38A97C4B83A}" dt="2026-04-06T08:30:52.278" v="2054" actId="1076"/>
          <ac:spMkLst>
            <pc:docMk/>
            <pc:sldMk cId="3914440350" sldId="2134804502"/>
            <ac:spMk id="2" creationId="{6B7CAC1D-8CB2-439B-97B2-CBA2E5160918}"/>
          </ac:spMkLst>
        </pc:spChg>
        <pc:spChg chg="mod">
          <ac:chgData name="#PANDA SUBRAT PRASAD#" userId="ec1adce1-cd14-42d8-8d91-b50f036fd8fb" providerId="ADAL" clId="{DB70D8F6-C9C6-50FD-B895-B38A97C4B83A}" dt="2026-04-07T15:24:44.736" v="3667" actId="113"/>
          <ac:spMkLst>
            <pc:docMk/>
            <pc:sldMk cId="3914440350" sldId="2134804502"/>
            <ac:spMk id="3" creationId="{79387141-F530-F2E4-0F0F-5B305475D3BE}"/>
          </ac:spMkLst>
        </pc:spChg>
        <pc:spChg chg="add mod">
          <ac:chgData name="#PANDA SUBRAT PRASAD#" userId="ec1adce1-cd14-42d8-8d91-b50f036fd8fb" providerId="ADAL" clId="{DB70D8F6-C9C6-50FD-B895-B38A97C4B83A}" dt="2026-04-07T15:36:46.715" v="3714" actId="164"/>
          <ac:spMkLst>
            <pc:docMk/>
            <pc:sldMk cId="3914440350" sldId="2134804502"/>
            <ac:spMk id="6" creationId="{3C5A3A43-71CD-5FE7-3EE2-6661A88FBFAD}"/>
          </ac:spMkLst>
        </pc:spChg>
        <pc:spChg chg="add mod">
          <ac:chgData name="#PANDA SUBRAT PRASAD#" userId="ec1adce1-cd14-42d8-8d91-b50f036fd8fb" providerId="ADAL" clId="{DB70D8F6-C9C6-50FD-B895-B38A97C4B83A}" dt="2026-04-09T02:04:37.771" v="5831" actId="20577"/>
          <ac:spMkLst>
            <pc:docMk/>
            <pc:sldMk cId="3914440350" sldId="2134804502"/>
            <ac:spMk id="10" creationId="{44B50AF5-808A-38F9-7471-1A4C00BCFB49}"/>
          </ac:spMkLst>
        </pc:spChg>
        <pc:spChg chg="add mod">
          <ac:chgData name="#PANDA SUBRAT PRASAD#" userId="ec1adce1-cd14-42d8-8d91-b50f036fd8fb" providerId="ADAL" clId="{DB70D8F6-C9C6-50FD-B895-B38A97C4B83A}" dt="2026-04-10T04:59:20.104" v="13531" actId="20577"/>
          <ac:spMkLst>
            <pc:docMk/>
            <pc:sldMk cId="3914440350" sldId="2134804502"/>
            <ac:spMk id="11" creationId="{83FD53F4-8F1B-4F2F-895E-10257325624D}"/>
          </ac:spMkLst>
        </pc:spChg>
        <pc:spChg chg="add mod">
          <ac:chgData name="#PANDA SUBRAT PRASAD#" userId="ec1adce1-cd14-42d8-8d91-b50f036fd8fb" providerId="ADAL" clId="{DB70D8F6-C9C6-50FD-B895-B38A97C4B83A}" dt="2026-04-10T03:19:51.473" v="13495" actId="207"/>
          <ac:spMkLst>
            <pc:docMk/>
            <pc:sldMk cId="3914440350" sldId="2134804502"/>
            <ac:spMk id="13" creationId="{FDAFAF6F-05D0-A1DA-A53A-C8CAFFBC0562}"/>
          </ac:spMkLst>
        </pc:spChg>
        <pc:spChg chg="add mod">
          <ac:chgData name="#PANDA SUBRAT PRASAD#" userId="ec1adce1-cd14-42d8-8d91-b50f036fd8fb" providerId="ADAL" clId="{DB70D8F6-C9C6-50FD-B895-B38A97C4B83A}" dt="2026-04-10T03:21:52.055" v="13508" actId="767"/>
          <ac:spMkLst>
            <pc:docMk/>
            <pc:sldMk cId="3914440350" sldId="2134804502"/>
            <ac:spMk id="14" creationId="{4753354D-24DA-9B65-0EBF-AA25B1FACB9E}"/>
          </ac:spMkLst>
        </pc:spChg>
        <pc:spChg chg="add mod">
          <ac:chgData name="#PANDA SUBRAT PRASAD#" userId="ec1adce1-cd14-42d8-8d91-b50f036fd8fb" providerId="ADAL" clId="{DB70D8F6-C9C6-50FD-B895-B38A97C4B83A}" dt="2026-04-07T15:56:41.569" v="3989" actId="1076"/>
          <ac:spMkLst>
            <pc:docMk/>
            <pc:sldMk cId="3914440350" sldId="2134804502"/>
            <ac:spMk id="19" creationId="{D6119658-2BD4-D925-2A1D-F3C00EDCA1B4}"/>
          </ac:spMkLst>
        </pc:spChg>
        <pc:grpChg chg="add mod">
          <ac:chgData name="#PANDA SUBRAT PRASAD#" userId="ec1adce1-cd14-42d8-8d91-b50f036fd8fb" providerId="ADAL" clId="{DB70D8F6-C9C6-50FD-B895-B38A97C4B83A}" dt="2026-04-07T15:49:24.499" v="3961" actId="1076"/>
          <ac:grpSpMkLst>
            <pc:docMk/>
            <pc:sldMk cId="3914440350" sldId="2134804502"/>
            <ac:grpSpMk id="9" creationId="{709BBFD8-DDB8-8B17-6C5E-2ABC6541CC08}"/>
          </ac:grpSpMkLst>
        </pc:grpChg>
        <pc:grpChg chg="add mod">
          <ac:chgData name="#PANDA SUBRAT PRASAD#" userId="ec1adce1-cd14-42d8-8d91-b50f036fd8fb" providerId="ADAL" clId="{DB70D8F6-C9C6-50FD-B895-B38A97C4B83A}" dt="2026-04-07T15:36:46.715" v="3714" actId="164"/>
          <ac:grpSpMkLst>
            <pc:docMk/>
            <pc:sldMk cId="3914440350" sldId="2134804502"/>
            <ac:grpSpMk id="12" creationId="{F177D81F-1D25-CD82-164D-74C1191BF980}"/>
          </ac:grpSpMkLst>
        </pc:grpChg>
        <pc:grpChg chg="add mod">
          <ac:chgData name="#PANDA SUBRAT PRASAD#" userId="ec1adce1-cd14-42d8-8d91-b50f036fd8fb" providerId="ADAL" clId="{DB70D8F6-C9C6-50FD-B895-B38A97C4B83A}" dt="2026-04-10T04:59:14.378" v="13530"/>
          <ac:grpSpMkLst>
            <pc:docMk/>
            <pc:sldMk cId="3914440350" sldId="2134804502"/>
            <ac:grpSpMk id="18" creationId="{CB701B0F-A214-D3F5-65AC-33516D005818}"/>
          </ac:grpSpMkLst>
        </pc:grpChg>
        <pc:graphicFrameChg chg="add mod modGraphic">
          <ac:chgData name="#PANDA SUBRAT PRASAD#" userId="ec1adce1-cd14-42d8-8d91-b50f036fd8fb" providerId="ADAL" clId="{DB70D8F6-C9C6-50FD-B895-B38A97C4B83A}" dt="2026-04-10T03:19:32.974" v="13494" actId="20577"/>
          <ac:graphicFrameMkLst>
            <pc:docMk/>
            <pc:sldMk cId="3914440350" sldId="2134804502"/>
            <ac:graphicFrameMk id="4" creationId="{E57106B2-31B1-D297-DCFC-2947E34B2C24}"/>
          </ac:graphicFrameMkLst>
        </pc:graphicFrameChg>
        <pc:picChg chg="add mod">
          <ac:chgData name="#PANDA SUBRAT PRASAD#" userId="ec1adce1-cd14-42d8-8d91-b50f036fd8fb" providerId="ADAL" clId="{DB70D8F6-C9C6-50FD-B895-B38A97C4B83A}" dt="2026-04-10T03:20:37.707" v="13506" actId="1036"/>
          <ac:picMkLst>
            <pc:docMk/>
            <pc:sldMk cId="3914440350" sldId="2134804502"/>
            <ac:picMk id="5" creationId="{6B75588B-EB2A-3264-D8F6-0A5020E8B970}"/>
          </ac:picMkLst>
        </pc:picChg>
        <pc:cxnChg chg="add mod">
          <ac:chgData name="#PANDA SUBRAT PRASAD#" userId="ec1adce1-cd14-42d8-8d91-b50f036fd8fb" providerId="ADAL" clId="{DB70D8F6-C9C6-50FD-B895-B38A97C4B83A}" dt="2026-04-05T08:14:03.146" v="675" actId="164"/>
          <ac:cxnSpMkLst>
            <pc:docMk/>
            <pc:sldMk cId="3914440350" sldId="2134804502"/>
            <ac:cxnSpMk id="7" creationId="{40FFA8EC-FBB6-991C-CF09-D52EF162015D}"/>
          </ac:cxnSpMkLst>
        </pc:cxnChg>
        <pc:cxnChg chg="add mod">
          <ac:chgData name="#PANDA SUBRAT PRASAD#" userId="ec1adce1-cd14-42d8-8d91-b50f036fd8fb" providerId="ADAL" clId="{DB70D8F6-C9C6-50FD-B895-B38A97C4B83A}" dt="2026-04-05T08:14:03.146" v="675" actId="164"/>
          <ac:cxnSpMkLst>
            <pc:docMk/>
            <pc:sldMk cId="3914440350" sldId="2134804502"/>
            <ac:cxnSpMk id="8" creationId="{F27FCE88-7E0C-91D0-E9BB-A98657BF6F34}"/>
          </ac:cxnSpMkLst>
        </pc:cxnChg>
        <pc:cxnChg chg="add mod">
          <ac:chgData name="#PANDA SUBRAT PRASAD#" userId="ec1adce1-cd14-42d8-8d91-b50f036fd8fb" providerId="ADAL" clId="{DB70D8F6-C9C6-50FD-B895-B38A97C4B83A}" dt="2026-04-10T04:59:14.378" v="13530"/>
          <ac:cxnSpMkLst>
            <pc:docMk/>
            <pc:sldMk cId="3914440350" sldId="2134804502"/>
            <ac:cxnSpMk id="15" creationId="{C01414D4-D22D-A928-09F0-E1DE44152C43}"/>
          </ac:cxnSpMkLst>
        </pc:cxnChg>
      </pc:sldChg>
      <pc:sldChg chg="addSp delSp modSp mod ord modAnim">
        <pc:chgData name="#PANDA SUBRAT PRASAD#" userId="ec1adce1-cd14-42d8-8d91-b50f036fd8fb" providerId="ADAL" clId="{DB70D8F6-C9C6-50FD-B895-B38A97C4B83A}" dt="2026-04-10T05:00:24.473" v="13533" actId="207"/>
        <pc:sldMkLst>
          <pc:docMk/>
          <pc:sldMk cId="2690141231" sldId="2134804503"/>
        </pc:sldMkLst>
        <pc:spChg chg="mod">
          <ac:chgData name="#PANDA SUBRAT PRASAD#" userId="ec1adce1-cd14-42d8-8d91-b50f036fd8fb" providerId="ADAL" clId="{DB70D8F6-C9C6-50FD-B895-B38A97C4B83A}" dt="2026-04-07T16:35:18.116" v="4574" actId="1076"/>
          <ac:spMkLst>
            <pc:docMk/>
            <pc:sldMk cId="2690141231" sldId="2134804503"/>
            <ac:spMk id="2" creationId="{1790AAD3-BB13-45F2-77F3-C4657F3C005B}"/>
          </ac:spMkLst>
        </pc:spChg>
        <pc:spChg chg="add mod">
          <ac:chgData name="#PANDA SUBRAT PRASAD#" userId="ec1adce1-cd14-42d8-8d91-b50f036fd8fb" providerId="ADAL" clId="{DB70D8F6-C9C6-50FD-B895-B38A97C4B83A}" dt="2026-04-07T16:31:56.618" v="4512" actId="1076"/>
          <ac:spMkLst>
            <pc:docMk/>
            <pc:sldMk cId="2690141231" sldId="2134804503"/>
            <ac:spMk id="4" creationId="{5BE66335-3100-25D8-45EE-134F385DAFB4}"/>
          </ac:spMkLst>
        </pc:spChg>
        <pc:spChg chg="add mod">
          <ac:chgData name="#PANDA SUBRAT PRASAD#" userId="ec1adce1-cd14-42d8-8d91-b50f036fd8fb" providerId="ADAL" clId="{DB70D8F6-C9C6-50FD-B895-B38A97C4B83A}" dt="2026-04-09T01:18:33.704" v="5483" actId="1037"/>
          <ac:spMkLst>
            <pc:docMk/>
            <pc:sldMk cId="2690141231" sldId="2134804503"/>
            <ac:spMk id="8" creationId="{1400678F-28BB-5D2D-F45C-FDBC50968CEB}"/>
          </ac:spMkLst>
        </pc:spChg>
        <pc:spChg chg="add mod">
          <ac:chgData name="#PANDA SUBRAT PRASAD#" userId="ec1adce1-cd14-42d8-8d91-b50f036fd8fb" providerId="ADAL" clId="{DB70D8F6-C9C6-50FD-B895-B38A97C4B83A}" dt="2026-04-10T05:00:20.800" v="13532" actId="207"/>
          <ac:spMkLst>
            <pc:docMk/>
            <pc:sldMk cId="2690141231" sldId="2134804503"/>
            <ac:spMk id="9" creationId="{7011A82B-CD1E-E046-5B97-92D27F835A7F}"/>
          </ac:spMkLst>
        </pc:spChg>
        <pc:spChg chg="add mod">
          <ac:chgData name="#PANDA SUBRAT PRASAD#" userId="ec1adce1-cd14-42d8-8d91-b50f036fd8fb" providerId="ADAL" clId="{DB70D8F6-C9C6-50FD-B895-B38A97C4B83A}" dt="2026-04-10T05:00:24.473" v="13533" actId="207"/>
          <ac:spMkLst>
            <pc:docMk/>
            <pc:sldMk cId="2690141231" sldId="2134804503"/>
            <ac:spMk id="10" creationId="{9C7CD157-E6C0-8B0E-C950-946AF40FDA20}"/>
          </ac:spMkLst>
        </pc:spChg>
        <pc:spChg chg="add mod">
          <ac:chgData name="#PANDA SUBRAT PRASAD#" userId="ec1adce1-cd14-42d8-8d91-b50f036fd8fb" providerId="ADAL" clId="{DB70D8F6-C9C6-50FD-B895-B38A97C4B83A}" dt="2026-04-08T14:39:14.398" v="5018" actId="20577"/>
          <ac:spMkLst>
            <pc:docMk/>
            <pc:sldMk cId="2690141231" sldId="2134804503"/>
            <ac:spMk id="11" creationId="{219869AF-9456-14B8-4317-02F5FC446E54}"/>
          </ac:spMkLst>
        </pc:spChg>
        <pc:spChg chg="add mod">
          <ac:chgData name="#PANDA SUBRAT PRASAD#" userId="ec1adce1-cd14-42d8-8d91-b50f036fd8fb" providerId="ADAL" clId="{DB70D8F6-C9C6-50FD-B895-B38A97C4B83A}" dt="2026-04-07T16:32:07.301" v="4514" actId="1076"/>
          <ac:spMkLst>
            <pc:docMk/>
            <pc:sldMk cId="2690141231" sldId="2134804503"/>
            <ac:spMk id="12" creationId="{F5DEE7CC-5EA2-4859-2E59-DAD46461F880}"/>
          </ac:spMkLst>
        </pc:spChg>
        <pc:grpChg chg="add mod">
          <ac:chgData name="#PANDA SUBRAT PRASAD#" userId="ec1adce1-cd14-42d8-8d91-b50f036fd8fb" providerId="ADAL" clId="{DB70D8F6-C9C6-50FD-B895-B38A97C4B83A}" dt="2026-04-07T16:32:50.165" v="4522" actId="164"/>
          <ac:grpSpMkLst>
            <pc:docMk/>
            <pc:sldMk cId="2690141231" sldId="2134804503"/>
            <ac:grpSpMk id="3" creationId="{1E4D0600-8709-1329-B8FD-F2282D5FD201}"/>
          </ac:grpSpMkLst>
        </pc:grpChg>
        <pc:picChg chg="add mod">
          <ac:chgData name="#PANDA SUBRAT PRASAD#" userId="ec1adce1-cd14-42d8-8d91-b50f036fd8fb" providerId="ADAL" clId="{DB70D8F6-C9C6-50FD-B895-B38A97C4B83A}" dt="2026-04-07T16:31:33.820" v="4507" actId="1076"/>
          <ac:picMkLst>
            <pc:docMk/>
            <pc:sldMk cId="2690141231" sldId="2134804503"/>
            <ac:picMk id="15" creationId="{E34D9562-C581-CC5C-33E1-E6C3D69408CB}"/>
          </ac:picMkLst>
        </pc:picChg>
        <pc:picChg chg="add mod">
          <ac:chgData name="#PANDA SUBRAT PRASAD#" userId="ec1adce1-cd14-42d8-8d91-b50f036fd8fb" providerId="ADAL" clId="{DB70D8F6-C9C6-50FD-B895-B38A97C4B83A}" dt="2026-04-07T16:31:40.813" v="4508" actId="1076"/>
          <ac:picMkLst>
            <pc:docMk/>
            <pc:sldMk cId="2690141231" sldId="2134804503"/>
            <ac:picMk id="18" creationId="{8B23C4A2-A856-79B8-7C7A-D28F4EFC5808}"/>
          </ac:picMkLst>
        </pc:picChg>
        <pc:picChg chg="add mod">
          <ac:chgData name="#PANDA SUBRAT PRASAD#" userId="ec1adce1-cd14-42d8-8d91-b50f036fd8fb" providerId="ADAL" clId="{DB70D8F6-C9C6-50FD-B895-B38A97C4B83A}" dt="2026-04-07T16:31:48.679" v="4511" actId="1076"/>
          <ac:picMkLst>
            <pc:docMk/>
            <pc:sldMk cId="2690141231" sldId="2134804503"/>
            <ac:picMk id="20" creationId="{8FB13EB7-BDCF-723F-6F1A-3F7CEFC53843}"/>
          </ac:picMkLst>
        </pc:picChg>
        <pc:cxnChg chg="add mod">
          <ac:chgData name="#PANDA SUBRAT PRASAD#" userId="ec1adce1-cd14-42d8-8d91-b50f036fd8fb" providerId="ADAL" clId="{DB70D8F6-C9C6-50FD-B895-B38A97C4B83A}" dt="2026-04-07T16:32:50.165" v="4522" actId="164"/>
          <ac:cxnSpMkLst>
            <pc:docMk/>
            <pc:sldMk cId="2690141231" sldId="2134804503"/>
            <ac:cxnSpMk id="7" creationId="{37EC82EF-17BE-38F6-763C-43B24B1B2503}"/>
          </ac:cxnSpMkLst>
        </pc:cxnChg>
      </pc:sldChg>
      <pc:sldChg chg="addSp modSp mod ord modAnim">
        <pc:chgData name="#PANDA SUBRAT PRASAD#" userId="ec1adce1-cd14-42d8-8d91-b50f036fd8fb" providerId="ADAL" clId="{DB70D8F6-C9C6-50FD-B895-B38A97C4B83A}" dt="2026-04-10T02:32:11.715" v="13047" actId="20577"/>
        <pc:sldMkLst>
          <pc:docMk/>
          <pc:sldMk cId="399398256" sldId="2134804505"/>
        </pc:sldMkLst>
        <pc:spChg chg="mod">
          <ac:chgData name="#PANDA SUBRAT PRASAD#" userId="ec1adce1-cd14-42d8-8d91-b50f036fd8fb" providerId="ADAL" clId="{DB70D8F6-C9C6-50FD-B895-B38A97C4B83A}" dt="2026-04-10T02:32:11.715" v="13047" actId="20577"/>
          <ac:spMkLst>
            <pc:docMk/>
            <pc:sldMk cId="399398256" sldId="2134804505"/>
            <ac:spMk id="2" creationId="{5CD04D46-86BE-C9FF-2539-F9E16742B65D}"/>
          </ac:spMkLst>
        </pc:spChg>
        <pc:spChg chg="mod">
          <ac:chgData name="#PANDA SUBRAT PRASAD#" userId="ec1adce1-cd14-42d8-8d91-b50f036fd8fb" providerId="ADAL" clId="{DB70D8F6-C9C6-50FD-B895-B38A97C4B83A}" dt="2026-04-09T15:04:39.918" v="8520" actId="113"/>
          <ac:spMkLst>
            <pc:docMk/>
            <pc:sldMk cId="399398256" sldId="2134804505"/>
            <ac:spMk id="3" creationId="{9DC810B2-023F-A3F8-D0A9-09DDB03AEFAE}"/>
          </ac:spMkLst>
        </pc:spChg>
        <pc:spChg chg="add mod">
          <ac:chgData name="#PANDA SUBRAT PRASAD#" userId="ec1adce1-cd14-42d8-8d91-b50f036fd8fb" providerId="ADAL" clId="{DB70D8F6-C9C6-50FD-B895-B38A97C4B83A}" dt="2026-04-09T17:01:29.470" v="9782" actId="207"/>
          <ac:spMkLst>
            <pc:docMk/>
            <pc:sldMk cId="399398256" sldId="2134804505"/>
            <ac:spMk id="4" creationId="{1FFB9483-6FAF-005C-490A-EF3F6705244F}"/>
          </ac:spMkLst>
        </pc:spChg>
        <pc:spChg chg="mod">
          <ac:chgData name="#PANDA SUBRAT PRASAD#" userId="ec1adce1-cd14-42d8-8d91-b50f036fd8fb" providerId="ADAL" clId="{DB70D8F6-C9C6-50FD-B895-B38A97C4B83A}" dt="2026-04-09T16:59:07.795" v="9750"/>
          <ac:spMkLst>
            <pc:docMk/>
            <pc:sldMk cId="399398256" sldId="2134804505"/>
            <ac:spMk id="7" creationId="{00ECF946-B4DB-2EA3-9BE9-39B10367C67C}"/>
          </ac:spMkLst>
        </pc:spChg>
        <pc:spChg chg="mod">
          <ac:chgData name="#PANDA SUBRAT PRASAD#" userId="ec1adce1-cd14-42d8-8d91-b50f036fd8fb" providerId="ADAL" clId="{DB70D8F6-C9C6-50FD-B895-B38A97C4B83A}" dt="2026-04-09T16:59:07.795" v="9750"/>
          <ac:spMkLst>
            <pc:docMk/>
            <pc:sldMk cId="399398256" sldId="2134804505"/>
            <ac:spMk id="8" creationId="{2CE24A62-C5D1-43DF-E155-C4EF905B8638}"/>
          </ac:spMkLst>
        </pc:spChg>
        <pc:spChg chg="mod">
          <ac:chgData name="#PANDA SUBRAT PRASAD#" userId="ec1adce1-cd14-42d8-8d91-b50f036fd8fb" providerId="ADAL" clId="{DB70D8F6-C9C6-50FD-B895-B38A97C4B83A}" dt="2026-04-09T16:59:07.795" v="9750"/>
          <ac:spMkLst>
            <pc:docMk/>
            <pc:sldMk cId="399398256" sldId="2134804505"/>
            <ac:spMk id="9" creationId="{204BEDA3-3F8C-3AFA-A823-82611CC5B491}"/>
          </ac:spMkLst>
        </pc:spChg>
        <pc:spChg chg="mod">
          <ac:chgData name="#PANDA SUBRAT PRASAD#" userId="ec1adce1-cd14-42d8-8d91-b50f036fd8fb" providerId="ADAL" clId="{DB70D8F6-C9C6-50FD-B895-B38A97C4B83A}" dt="2026-04-09T16:59:07.795" v="9750"/>
          <ac:spMkLst>
            <pc:docMk/>
            <pc:sldMk cId="399398256" sldId="2134804505"/>
            <ac:spMk id="10" creationId="{8FB226D0-AE22-6F31-38D9-3C292E1367EB}"/>
          </ac:spMkLst>
        </pc:spChg>
        <pc:spChg chg="mod">
          <ac:chgData name="#PANDA SUBRAT PRASAD#" userId="ec1adce1-cd14-42d8-8d91-b50f036fd8fb" providerId="ADAL" clId="{DB70D8F6-C9C6-50FD-B895-B38A97C4B83A}" dt="2026-04-09T16:59:31.975" v="9753"/>
          <ac:spMkLst>
            <pc:docMk/>
            <pc:sldMk cId="399398256" sldId="2134804505"/>
            <ac:spMk id="15" creationId="{BB1E95F9-0263-0ACA-2C20-97B71A2C8113}"/>
          </ac:spMkLst>
        </pc:spChg>
        <pc:spChg chg="mod">
          <ac:chgData name="#PANDA SUBRAT PRASAD#" userId="ec1adce1-cd14-42d8-8d91-b50f036fd8fb" providerId="ADAL" clId="{DB70D8F6-C9C6-50FD-B895-B38A97C4B83A}" dt="2026-04-09T16:59:31.975" v="9753"/>
          <ac:spMkLst>
            <pc:docMk/>
            <pc:sldMk cId="399398256" sldId="2134804505"/>
            <ac:spMk id="17" creationId="{4C779027-8328-A8C5-F930-8E6A54DA7C23}"/>
          </ac:spMkLst>
        </pc:spChg>
        <pc:spChg chg="mod">
          <ac:chgData name="#PANDA SUBRAT PRASAD#" userId="ec1adce1-cd14-42d8-8d91-b50f036fd8fb" providerId="ADAL" clId="{DB70D8F6-C9C6-50FD-B895-B38A97C4B83A}" dt="2026-04-09T16:59:50.122" v="9757" actId="20577"/>
          <ac:spMkLst>
            <pc:docMk/>
            <pc:sldMk cId="399398256" sldId="2134804505"/>
            <ac:spMk id="18" creationId="{CB3A73DA-C04E-6E58-41C6-870EFF1E492A}"/>
          </ac:spMkLst>
        </pc:spChg>
        <pc:spChg chg="mod">
          <ac:chgData name="#PANDA SUBRAT PRASAD#" userId="ec1adce1-cd14-42d8-8d91-b50f036fd8fb" providerId="ADAL" clId="{DB70D8F6-C9C6-50FD-B895-B38A97C4B83A}" dt="2026-04-09T16:59:31.975" v="9753"/>
          <ac:spMkLst>
            <pc:docMk/>
            <pc:sldMk cId="399398256" sldId="2134804505"/>
            <ac:spMk id="19" creationId="{43D12E34-9E71-E1A8-CADA-58E3B11EC43E}"/>
          </ac:spMkLst>
        </pc:spChg>
        <pc:grpChg chg="add mod">
          <ac:chgData name="#PANDA SUBRAT PRASAD#" userId="ec1adce1-cd14-42d8-8d91-b50f036fd8fb" providerId="ADAL" clId="{DB70D8F6-C9C6-50FD-B895-B38A97C4B83A}" dt="2026-04-09T16:59:17.078" v="9751" actId="1076"/>
          <ac:grpSpMkLst>
            <pc:docMk/>
            <pc:sldMk cId="399398256" sldId="2134804505"/>
            <ac:grpSpMk id="5" creationId="{67711670-B5D9-EFAD-C96F-DBD90A98C58E}"/>
          </ac:grpSpMkLst>
        </pc:grpChg>
        <pc:grpChg chg="mod">
          <ac:chgData name="#PANDA SUBRAT PRASAD#" userId="ec1adce1-cd14-42d8-8d91-b50f036fd8fb" providerId="ADAL" clId="{DB70D8F6-C9C6-50FD-B895-B38A97C4B83A}" dt="2026-04-09T16:59:07.795" v="9750"/>
          <ac:grpSpMkLst>
            <pc:docMk/>
            <pc:sldMk cId="399398256" sldId="2134804505"/>
            <ac:grpSpMk id="6" creationId="{BF48ED50-D9B1-96C4-F82C-7F51B4D84040}"/>
          </ac:grpSpMkLst>
        </pc:grpChg>
        <pc:grpChg chg="add mod">
          <ac:chgData name="#PANDA SUBRAT PRASAD#" userId="ec1adce1-cd14-42d8-8d91-b50f036fd8fb" providerId="ADAL" clId="{DB70D8F6-C9C6-50FD-B895-B38A97C4B83A}" dt="2026-04-09T16:59:37.202" v="9754" actId="1076"/>
          <ac:grpSpMkLst>
            <pc:docMk/>
            <pc:sldMk cId="399398256" sldId="2134804505"/>
            <ac:grpSpMk id="13" creationId="{CEEB5FCB-1111-B639-1199-264C20511482}"/>
          </ac:grpSpMkLst>
        </pc:grpChg>
        <pc:grpChg chg="mod">
          <ac:chgData name="#PANDA SUBRAT PRASAD#" userId="ec1adce1-cd14-42d8-8d91-b50f036fd8fb" providerId="ADAL" clId="{DB70D8F6-C9C6-50FD-B895-B38A97C4B83A}" dt="2026-04-09T16:59:31.975" v="9753"/>
          <ac:grpSpMkLst>
            <pc:docMk/>
            <pc:sldMk cId="399398256" sldId="2134804505"/>
            <ac:grpSpMk id="14" creationId="{5AD415F5-8E76-8EA9-EE11-F227D661DA16}"/>
          </ac:grpSpMkLst>
        </pc:grpChg>
        <pc:grpChg chg="mod">
          <ac:chgData name="#PANDA SUBRAT PRASAD#" userId="ec1adce1-cd14-42d8-8d91-b50f036fd8fb" providerId="ADAL" clId="{DB70D8F6-C9C6-50FD-B895-B38A97C4B83A}" dt="2026-04-09T16:59:31.975" v="9753"/>
          <ac:grpSpMkLst>
            <pc:docMk/>
            <pc:sldMk cId="399398256" sldId="2134804505"/>
            <ac:grpSpMk id="16" creationId="{6F7E1E5E-DD7E-0721-FBEF-F43426BDF05B}"/>
          </ac:grpSpMkLst>
        </pc:grpChg>
        <pc:cxnChg chg="mod">
          <ac:chgData name="#PANDA SUBRAT PRASAD#" userId="ec1adce1-cd14-42d8-8d91-b50f036fd8fb" providerId="ADAL" clId="{DB70D8F6-C9C6-50FD-B895-B38A97C4B83A}" dt="2026-04-09T16:59:07.795" v="9750"/>
          <ac:cxnSpMkLst>
            <pc:docMk/>
            <pc:sldMk cId="399398256" sldId="2134804505"/>
            <ac:cxnSpMk id="11" creationId="{1B446F49-083F-7605-0C56-903EBB45BA70}"/>
          </ac:cxnSpMkLst>
        </pc:cxnChg>
        <pc:cxnChg chg="mod">
          <ac:chgData name="#PANDA SUBRAT PRASAD#" userId="ec1adce1-cd14-42d8-8d91-b50f036fd8fb" providerId="ADAL" clId="{DB70D8F6-C9C6-50FD-B895-B38A97C4B83A}" dt="2026-04-09T16:59:07.795" v="9750"/>
          <ac:cxnSpMkLst>
            <pc:docMk/>
            <pc:sldMk cId="399398256" sldId="2134804505"/>
            <ac:cxnSpMk id="12" creationId="{C44A7472-2559-7B34-E5FA-42139B9C7BE5}"/>
          </ac:cxnSpMkLst>
        </pc:cxnChg>
        <pc:cxnChg chg="mod">
          <ac:chgData name="#PANDA SUBRAT PRASAD#" userId="ec1adce1-cd14-42d8-8d91-b50f036fd8fb" providerId="ADAL" clId="{DB70D8F6-C9C6-50FD-B895-B38A97C4B83A}" dt="2026-04-09T16:59:31.975" v="9753"/>
          <ac:cxnSpMkLst>
            <pc:docMk/>
            <pc:sldMk cId="399398256" sldId="2134804505"/>
            <ac:cxnSpMk id="20" creationId="{15611E4F-6E34-4BAE-D5FF-B2A431C42C81}"/>
          </ac:cxnSpMkLst>
        </pc:cxnChg>
        <pc:cxnChg chg="mod">
          <ac:chgData name="#PANDA SUBRAT PRASAD#" userId="ec1adce1-cd14-42d8-8d91-b50f036fd8fb" providerId="ADAL" clId="{DB70D8F6-C9C6-50FD-B895-B38A97C4B83A}" dt="2026-04-09T16:59:31.975" v="9753"/>
          <ac:cxnSpMkLst>
            <pc:docMk/>
            <pc:sldMk cId="399398256" sldId="2134804505"/>
            <ac:cxnSpMk id="21" creationId="{7F2A3E2A-76FC-20D3-899E-287408AE01D3}"/>
          </ac:cxnSpMkLst>
        </pc:cxnChg>
      </pc:sldChg>
      <pc:sldChg chg="addSp delSp modSp mod delAnim modAnim">
        <pc:chgData name="#PANDA SUBRAT PRASAD#" userId="ec1adce1-cd14-42d8-8d91-b50f036fd8fb" providerId="ADAL" clId="{DB70D8F6-C9C6-50FD-B895-B38A97C4B83A}" dt="2026-04-10T02:28:18.579" v="12970" actId="20577"/>
        <pc:sldMkLst>
          <pc:docMk/>
          <pc:sldMk cId="2646879522" sldId="2134804506"/>
        </pc:sldMkLst>
        <pc:spChg chg="mod">
          <ac:chgData name="#PANDA SUBRAT PRASAD#" userId="ec1adce1-cd14-42d8-8d91-b50f036fd8fb" providerId="ADAL" clId="{DB70D8F6-C9C6-50FD-B895-B38A97C4B83A}" dt="2026-04-09T14:56:41.259" v="8062" actId="20577"/>
          <ac:spMkLst>
            <pc:docMk/>
            <pc:sldMk cId="2646879522" sldId="2134804506"/>
            <ac:spMk id="2" creationId="{CC832EC0-5105-5954-BE67-79890567C9CF}"/>
          </ac:spMkLst>
        </pc:spChg>
        <pc:spChg chg="del">
          <ac:chgData name="#PANDA SUBRAT PRASAD#" userId="ec1adce1-cd14-42d8-8d91-b50f036fd8fb" providerId="ADAL" clId="{DB70D8F6-C9C6-50FD-B895-B38A97C4B83A}" dt="2026-04-09T14:28:22.714" v="7580" actId="478"/>
          <ac:spMkLst>
            <pc:docMk/>
            <pc:sldMk cId="2646879522" sldId="2134804506"/>
            <ac:spMk id="3" creationId="{9B6103F9-23C3-8F65-56F4-89AC9AA0C5EA}"/>
          </ac:spMkLst>
        </pc:spChg>
        <pc:spChg chg="add del mod">
          <ac:chgData name="#PANDA SUBRAT PRASAD#" userId="ec1adce1-cd14-42d8-8d91-b50f036fd8fb" providerId="ADAL" clId="{DB70D8F6-C9C6-50FD-B895-B38A97C4B83A}" dt="2026-04-09T14:29:14.210" v="7586" actId="478"/>
          <ac:spMkLst>
            <pc:docMk/>
            <pc:sldMk cId="2646879522" sldId="2134804506"/>
            <ac:spMk id="5" creationId="{2B72C2F7-930E-74D3-39B7-DE0547744965}"/>
          </ac:spMkLst>
        </pc:spChg>
        <pc:spChg chg="add mod">
          <ac:chgData name="#PANDA SUBRAT PRASAD#" userId="ec1adce1-cd14-42d8-8d91-b50f036fd8fb" providerId="ADAL" clId="{DB70D8F6-C9C6-50FD-B895-B38A97C4B83A}" dt="2026-04-09T15:25:08.722" v="9001" actId="20577"/>
          <ac:spMkLst>
            <pc:docMk/>
            <pc:sldMk cId="2646879522" sldId="2134804506"/>
            <ac:spMk id="6" creationId="{C5C108B3-16C1-7127-E1F5-638F6BC174DC}"/>
          </ac:spMkLst>
        </pc:spChg>
        <pc:spChg chg="mod">
          <ac:chgData name="#PANDA SUBRAT PRASAD#" userId="ec1adce1-cd14-42d8-8d91-b50f036fd8fb" providerId="ADAL" clId="{DB70D8F6-C9C6-50FD-B895-B38A97C4B83A}" dt="2026-04-09T14:48:13.707" v="7942"/>
          <ac:spMkLst>
            <pc:docMk/>
            <pc:sldMk cId="2646879522" sldId="2134804506"/>
            <ac:spMk id="9" creationId="{90FD0803-76E1-D5E6-F0F9-0BA80DB2B59D}"/>
          </ac:spMkLst>
        </pc:spChg>
        <pc:spChg chg="mod">
          <ac:chgData name="#PANDA SUBRAT PRASAD#" userId="ec1adce1-cd14-42d8-8d91-b50f036fd8fb" providerId="ADAL" clId="{DB70D8F6-C9C6-50FD-B895-B38A97C4B83A}" dt="2026-04-09T14:48:13.707" v="7942"/>
          <ac:spMkLst>
            <pc:docMk/>
            <pc:sldMk cId="2646879522" sldId="2134804506"/>
            <ac:spMk id="11" creationId="{5109B627-BC18-89FA-07E0-7240EEB72602}"/>
          </ac:spMkLst>
        </pc:spChg>
        <pc:spChg chg="mod">
          <ac:chgData name="#PANDA SUBRAT PRASAD#" userId="ec1adce1-cd14-42d8-8d91-b50f036fd8fb" providerId="ADAL" clId="{DB70D8F6-C9C6-50FD-B895-B38A97C4B83A}" dt="2026-04-09T14:48:13.707" v="7942"/>
          <ac:spMkLst>
            <pc:docMk/>
            <pc:sldMk cId="2646879522" sldId="2134804506"/>
            <ac:spMk id="12" creationId="{DBBBE012-FFCE-9EBB-E748-9AC4AB44E941}"/>
          </ac:spMkLst>
        </pc:spChg>
        <pc:spChg chg="mod">
          <ac:chgData name="#PANDA SUBRAT PRASAD#" userId="ec1adce1-cd14-42d8-8d91-b50f036fd8fb" providerId="ADAL" clId="{DB70D8F6-C9C6-50FD-B895-B38A97C4B83A}" dt="2026-04-09T14:48:13.707" v="7942"/>
          <ac:spMkLst>
            <pc:docMk/>
            <pc:sldMk cId="2646879522" sldId="2134804506"/>
            <ac:spMk id="13" creationId="{0E4C7EFA-DC77-B7A9-FE07-EFF00B5EC53E}"/>
          </ac:spMkLst>
        </pc:spChg>
        <pc:spChg chg="add mod">
          <ac:chgData name="#PANDA SUBRAT PRASAD#" userId="ec1adce1-cd14-42d8-8d91-b50f036fd8fb" providerId="ADAL" clId="{DB70D8F6-C9C6-50FD-B895-B38A97C4B83A}" dt="2026-04-09T14:51:29.238" v="8031" actId="113"/>
          <ac:spMkLst>
            <pc:docMk/>
            <pc:sldMk cId="2646879522" sldId="2134804506"/>
            <ac:spMk id="16" creationId="{076028AA-313B-B811-F613-5C7F4B46DA42}"/>
          </ac:spMkLst>
        </pc:spChg>
        <pc:spChg chg="mod topLvl">
          <ac:chgData name="#PANDA SUBRAT PRASAD#" userId="ec1adce1-cd14-42d8-8d91-b50f036fd8fb" providerId="ADAL" clId="{DB70D8F6-C9C6-50FD-B895-B38A97C4B83A}" dt="2026-04-10T02:27:45.932" v="12933" actId="1076"/>
          <ac:spMkLst>
            <pc:docMk/>
            <pc:sldMk cId="2646879522" sldId="2134804506"/>
            <ac:spMk id="18" creationId="{56325F40-9737-B0EC-3A2C-C310715EFB9C}"/>
          </ac:spMkLst>
        </pc:spChg>
        <pc:grpChg chg="add mod">
          <ac:chgData name="#PANDA SUBRAT PRASAD#" userId="ec1adce1-cd14-42d8-8d91-b50f036fd8fb" providerId="ADAL" clId="{DB70D8F6-C9C6-50FD-B895-B38A97C4B83A}" dt="2026-04-09T14:48:13.707" v="7942"/>
          <ac:grpSpMkLst>
            <pc:docMk/>
            <pc:sldMk cId="2646879522" sldId="2134804506"/>
            <ac:grpSpMk id="7" creationId="{BE9EDB21-38C4-8726-9BE8-AF2BE7ECD0CE}"/>
          </ac:grpSpMkLst>
        </pc:grpChg>
        <pc:grpChg chg="mod">
          <ac:chgData name="#PANDA SUBRAT PRASAD#" userId="ec1adce1-cd14-42d8-8d91-b50f036fd8fb" providerId="ADAL" clId="{DB70D8F6-C9C6-50FD-B895-B38A97C4B83A}" dt="2026-04-09T14:48:13.707" v="7942"/>
          <ac:grpSpMkLst>
            <pc:docMk/>
            <pc:sldMk cId="2646879522" sldId="2134804506"/>
            <ac:grpSpMk id="8" creationId="{293A9BBB-C34B-B80D-63C3-A9CAAC4FBCE6}"/>
          </ac:grpSpMkLst>
        </pc:grpChg>
        <pc:grpChg chg="mod">
          <ac:chgData name="#PANDA SUBRAT PRASAD#" userId="ec1adce1-cd14-42d8-8d91-b50f036fd8fb" providerId="ADAL" clId="{DB70D8F6-C9C6-50FD-B895-B38A97C4B83A}" dt="2026-04-09T14:48:13.707" v="7942"/>
          <ac:grpSpMkLst>
            <pc:docMk/>
            <pc:sldMk cId="2646879522" sldId="2134804506"/>
            <ac:grpSpMk id="10" creationId="{DF65AE48-7D49-88A0-B674-3B445894B983}"/>
          </ac:grpSpMkLst>
        </pc:grpChg>
        <pc:grpChg chg="add del mod">
          <ac:chgData name="#PANDA SUBRAT PRASAD#" userId="ec1adce1-cd14-42d8-8d91-b50f036fd8fb" providerId="ADAL" clId="{DB70D8F6-C9C6-50FD-B895-B38A97C4B83A}" dt="2026-04-09T15:04:59.609" v="8522" actId="478"/>
          <ac:grpSpMkLst>
            <pc:docMk/>
            <pc:sldMk cId="2646879522" sldId="2134804506"/>
            <ac:grpSpMk id="17" creationId="{BF4E1422-5CF4-EE07-2C69-FFDE6F270EBD}"/>
          </ac:grpSpMkLst>
        </pc:grpChg>
        <pc:graphicFrameChg chg="add mod modGraphic">
          <ac:chgData name="#PANDA SUBRAT PRASAD#" userId="ec1adce1-cd14-42d8-8d91-b50f036fd8fb" providerId="ADAL" clId="{DB70D8F6-C9C6-50FD-B895-B38A97C4B83A}" dt="2026-04-10T02:28:18.579" v="12970" actId="20577"/>
          <ac:graphicFrameMkLst>
            <pc:docMk/>
            <pc:sldMk cId="2646879522" sldId="2134804506"/>
            <ac:graphicFrameMk id="4" creationId="{FD213D08-1063-5470-37B3-FA0A867EE398}"/>
          </ac:graphicFrameMkLst>
        </pc:graphicFrameChg>
        <pc:cxnChg chg="mod">
          <ac:chgData name="#PANDA SUBRAT PRASAD#" userId="ec1adce1-cd14-42d8-8d91-b50f036fd8fb" providerId="ADAL" clId="{DB70D8F6-C9C6-50FD-B895-B38A97C4B83A}" dt="2026-04-09T14:48:13.707" v="7942"/>
          <ac:cxnSpMkLst>
            <pc:docMk/>
            <pc:sldMk cId="2646879522" sldId="2134804506"/>
            <ac:cxnSpMk id="14" creationId="{07785786-E4A8-A7AA-A768-B985E8BDC2A3}"/>
          </ac:cxnSpMkLst>
        </pc:cxnChg>
        <pc:cxnChg chg="mod">
          <ac:chgData name="#PANDA SUBRAT PRASAD#" userId="ec1adce1-cd14-42d8-8d91-b50f036fd8fb" providerId="ADAL" clId="{DB70D8F6-C9C6-50FD-B895-B38A97C4B83A}" dt="2026-04-09T14:48:13.707" v="7942"/>
          <ac:cxnSpMkLst>
            <pc:docMk/>
            <pc:sldMk cId="2646879522" sldId="2134804506"/>
            <ac:cxnSpMk id="15" creationId="{088D397A-9912-EEAE-68C6-ACE324263ADB}"/>
          </ac:cxnSpMkLst>
        </pc:cxnChg>
        <pc:cxnChg chg="del mod topLvl">
          <ac:chgData name="#PANDA SUBRAT PRASAD#" userId="ec1adce1-cd14-42d8-8d91-b50f036fd8fb" providerId="ADAL" clId="{DB70D8F6-C9C6-50FD-B895-B38A97C4B83A}" dt="2026-04-09T15:04:59.609" v="8522" actId="478"/>
          <ac:cxnSpMkLst>
            <pc:docMk/>
            <pc:sldMk cId="2646879522" sldId="2134804506"/>
            <ac:cxnSpMk id="19" creationId="{E3C245FF-4F90-F5BE-958B-1D8461566420}"/>
          </ac:cxnSpMkLst>
        </pc:cxnChg>
      </pc:sldChg>
      <pc:sldChg chg="add">
        <pc:chgData name="#PANDA SUBRAT PRASAD#" userId="ec1adce1-cd14-42d8-8d91-b50f036fd8fb" providerId="ADAL" clId="{DB70D8F6-C9C6-50FD-B895-B38A97C4B83A}" dt="2026-04-10T02:56:32.171" v="13427"/>
        <pc:sldMkLst>
          <pc:docMk/>
          <pc:sldMk cId="1706769056" sldId="2134804507"/>
        </pc:sldMkLst>
      </pc:sldChg>
      <pc:sldChg chg="addSp delSp modSp new del mod modAnim">
        <pc:chgData name="#PANDA SUBRAT PRASAD#" userId="ec1adce1-cd14-42d8-8d91-b50f036fd8fb" providerId="ADAL" clId="{DB70D8F6-C9C6-50FD-B895-B38A97C4B83A}" dt="2026-04-10T02:56:28.062" v="13425" actId="2696"/>
        <pc:sldMkLst>
          <pc:docMk/>
          <pc:sldMk cId="3160511451" sldId="2134804507"/>
        </pc:sldMkLst>
      </pc:sldChg>
      <pc:sldChg chg="modSp new mod">
        <pc:chgData name="#PANDA SUBRAT PRASAD#" userId="ec1adce1-cd14-42d8-8d91-b50f036fd8fb" providerId="ADAL" clId="{DB70D8F6-C9C6-50FD-B895-B38A97C4B83A}" dt="2026-04-10T05:01:57.344" v="13616" actId="113"/>
        <pc:sldMkLst>
          <pc:docMk/>
          <pc:sldMk cId="2704736400" sldId="2134804508"/>
        </pc:sldMkLst>
        <pc:spChg chg="mod">
          <ac:chgData name="#PANDA SUBRAT PRASAD#" userId="ec1adce1-cd14-42d8-8d91-b50f036fd8fb" providerId="ADAL" clId="{DB70D8F6-C9C6-50FD-B895-B38A97C4B83A}" dt="2026-04-10T03:23:55.650" v="13516" actId="1076"/>
          <ac:spMkLst>
            <pc:docMk/>
            <pc:sldMk cId="2704736400" sldId="2134804508"/>
            <ac:spMk id="2" creationId="{AB93F55F-1519-9C47-13FD-1A7609C3A66E}"/>
          </ac:spMkLst>
        </pc:spChg>
        <pc:spChg chg="mod">
          <ac:chgData name="#PANDA SUBRAT PRASAD#" userId="ec1adce1-cd14-42d8-8d91-b50f036fd8fb" providerId="ADAL" clId="{DB70D8F6-C9C6-50FD-B895-B38A97C4B83A}" dt="2026-04-10T05:01:57.344" v="13616" actId="113"/>
          <ac:spMkLst>
            <pc:docMk/>
            <pc:sldMk cId="2704736400" sldId="2134804508"/>
            <ac:spMk id="3" creationId="{87FCCBC3-4DB7-97C5-4525-5C0E9F872800}"/>
          </ac:spMkLst>
        </pc:spChg>
      </pc:sldChg>
      <pc:sldChg chg="addSp delSp modSp new mod delAnim modAnim">
        <pc:chgData name="#PANDA SUBRAT PRASAD#" userId="ec1adce1-cd14-42d8-8d91-b50f036fd8fb" providerId="ADAL" clId="{DB70D8F6-C9C6-50FD-B895-B38A97C4B83A}" dt="2026-04-10T03:03:15.618" v="13459" actId="1076"/>
        <pc:sldMkLst>
          <pc:docMk/>
          <pc:sldMk cId="3921143942" sldId="2134804510"/>
        </pc:sldMkLst>
        <pc:spChg chg="mod">
          <ac:chgData name="#PANDA SUBRAT PRASAD#" userId="ec1adce1-cd14-42d8-8d91-b50f036fd8fb" providerId="ADAL" clId="{DB70D8F6-C9C6-50FD-B895-B38A97C4B83A}" dt="2026-04-10T03:03:15.618" v="13459" actId="1076"/>
          <ac:spMkLst>
            <pc:docMk/>
            <pc:sldMk cId="3921143942" sldId="2134804510"/>
            <ac:spMk id="2" creationId="{A8CFB628-1AF8-86A8-1C52-637537222644}"/>
          </ac:spMkLst>
        </pc:spChg>
        <pc:spChg chg="del mod">
          <ac:chgData name="#PANDA SUBRAT PRASAD#" userId="ec1adce1-cd14-42d8-8d91-b50f036fd8fb" providerId="ADAL" clId="{DB70D8F6-C9C6-50FD-B895-B38A97C4B83A}" dt="2026-04-09T13:21:32.581" v="6019" actId="478"/>
          <ac:spMkLst>
            <pc:docMk/>
            <pc:sldMk cId="3921143942" sldId="2134804510"/>
            <ac:spMk id="3" creationId="{866EE110-CF71-DEB8-554A-6E9BA33631AF}"/>
          </ac:spMkLst>
        </pc:spChg>
        <pc:spChg chg="add del mod">
          <ac:chgData name="#PANDA SUBRAT PRASAD#" userId="ec1adce1-cd14-42d8-8d91-b50f036fd8fb" providerId="ADAL" clId="{DB70D8F6-C9C6-50FD-B895-B38A97C4B83A}" dt="2026-04-09T13:21:36.062" v="6021" actId="478"/>
          <ac:spMkLst>
            <pc:docMk/>
            <pc:sldMk cId="3921143942" sldId="2134804510"/>
            <ac:spMk id="5" creationId="{3BBD5C44-B283-48AB-4049-11AA9482C437}"/>
          </ac:spMkLst>
        </pc:spChg>
        <pc:spChg chg="add mod">
          <ac:chgData name="#PANDA SUBRAT PRASAD#" userId="ec1adce1-cd14-42d8-8d91-b50f036fd8fb" providerId="ADAL" clId="{DB70D8F6-C9C6-50FD-B895-B38A97C4B83A}" dt="2026-04-09T14:55:35.894" v="8048" actId="1076"/>
          <ac:spMkLst>
            <pc:docMk/>
            <pc:sldMk cId="3921143942" sldId="2134804510"/>
            <ac:spMk id="7" creationId="{B90E7DA8-D59D-41D8-15EA-0DEE5C4F01CE}"/>
          </ac:spMkLst>
        </pc:spChg>
        <pc:spChg chg="add mod">
          <ac:chgData name="#PANDA SUBRAT PRASAD#" userId="ec1adce1-cd14-42d8-8d91-b50f036fd8fb" providerId="ADAL" clId="{DB70D8F6-C9C6-50FD-B895-B38A97C4B83A}" dt="2026-04-09T13:45:56.869" v="6388" actId="1076"/>
          <ac:spMkLst>
            <pc:docMk/>
            <pc:sldMk cId="3921143942" sldId="2134804510"/>
            <ac:spMk id="8" creationId="{941745F8-ACE9-74F5-95F9-D13731DF3347}"/>
          </ac:spMkLst>
        </pc:spChg>
        <pc:spChg chg="add mod">
          <ac:chgData name="#PANDA SUBRAT PRASAD#" userId="ec1adce1-cd14-42d8-8d91-b50f036fd8fb" providerId="ADAL" clId="{DB70D8F6-C9C6-50FD-B895-B38A97C4B83A}" dt="2026-04-09T16:54:44.833" v="9701" actId="20577"/>
          <ac:spMkLst>
            <pc:docMk/>
            <pc:sldMk cId="3921143942" sldId="2134804510"/>
            <ac:spMk id="9" creationId="{035E6A29-653E-21F3-6718-C755C3B0704A}"/>
          </ac:spMkLst>
        </pc:spChg>
        <pc:spChg chg="add del mod">
          <ac:chgData name="#PANDA SUBRAT PRASAD#" userId="ec1adce1-cd14-42d8-8d91-b50f036fd8fb" providerId="ADAL" clId="{DB70D8F6-C9C6-50FD-B895-B38A97C4B83A}" dt="2026-04-09T14:00:31.213" v="6697" actId="478"/>
          <ac:spMkLst>
            <pc:docMk/>
            <pc:sldMk cId="3921143942" sldId="2134804510"/>
            <ac:spMk id="10" creationId="{2D2F2F18-54FF-BD24-AA93-49D9F38EE537}"/>
          </ac:spMkLst>
        </pc:spChg>
        <pc:spChg chg="add mod">
          <ac:chgData name="#PANDA SUBRAT PRASAD#" userId="ec1adce1-cd14-42d8-8d91-b50f036fd8fb" providerId="ADAL" clId="{DB70D8F6-C9C6-50FD-B895-B38A97C4B83A}" dt="2026-04-09T13:55:21.810" v="6538" actId="164"/>
          <ac:spMkLst>
            <pc:docMk/>
            <pc:sldMk cId="3921143942" sldId="2134804510"/>
            <ac:spMk id="11" creationId="{5D175BFC-6913-9945-A087-0B8E540FF40C}"/>
          </ac:spMkLst>
        </pc:spChg>
        <pc:spChg chg="mod">
          <ac:chgData name="#PANDA SUBRAT PRASAD#" userId="ec1adce1-cd14-42d8-8d91-b50f036fd8fb" providerId="ADAL" clId="{DB70D8F6-C9C6-50FD-B895-B38A97C4B83A}" dt="2026-04-09T17:00:28.932" v="9773" actId="20577"/>
          <ac:spMkLst>
            <pc:docMk/>
            <pc:sldMk cId="3921143942" sldId="2134804510"/>
            <ac:spMk id="16" creationId="{C347B7C0-6E22-DA5D-E77F-84661EB5BC90}"/>
          </ac:spMkLst>
        </pc:spChg>
        <pc:spChg chg="add mod">
          <ac:chgData name="#PANDA SUBRAT PRASAD#" userId="ec1adce1-cd14-42d8-8d91-b50f036fd8fb" providerId="ADAL" clId="{DB70D8F6-C9C6-50FD-B895-B38A97C4B83A}" dt="2026-04-09T17:00:28.932" v="9773" actId="20577"/>
          <ac:spMkLst>
            <pc:docMk/>
            <pc:sldMk cId="3921143942" sldId="2134804510"/>
            <ac:spMk id="19" creationId="{1E09A6DD-895C-D4DA-EAEC-DC0779512173}"/>
          </ac:spMkLst>
        </pc:spChg>
        <pc:spChg chg="add mod">
          <ac:chgData name="#PANDA SUBRAT PRASAD#" userId="ec1adce1-cd14-42d8-8d91-b50f036fd8fb" providerId="ADAL" clId="{DB70D8F6-C9C6-50FD-B895-B38A97C4B83A}" dt="2026-04-10T02:27:17.971" v="12930" actId="20577"/>
          <ac:spMkLst>
            <pc:docMk/>
            <pc:sldMk cId="3921143942" sldId="2134804510"/>
            <ac:spMk id="20" creationId="{FDD39039-A5DF-99F3-179E-216D47F4CF75}"/>
          </ac:spMkLst>
        </pc:spChg>
        <pc:spChg chg="add mod">
          <ac:chgData name="#PANDA SUBRAT PRASAD#" userId="ec1adce1-cd14-42d8-8d91-b50f036fd8fb" providerId="ADAL" clId="{DB70D8F6-C9C6-50FD-B895-B38A97C4B83A}" dt="2026-04-09T14:09:45.681" v="6898" actId="1076"/>
          <ac:spMkLst>
            <pc:docMk/>
            <pc:sldMk cId="3921143942" sldId="2134804510"/>
            <ac:spMk id="21" creationId="{5449D864-E90F-1010-336B-226F40CB80C0}"/>
          </ac:spMkLst>
        </pc:spChg>
        <pc:spChg chg="add mod">
          <ac:chgData name="#PANDA SUBRAT PRASAD#" userId="ec1adce1-cd14-42d8-8d91-b50f036fd8fb" providerId="ADAL" clId="{DB70D8F6-C9C6-50FD-B895-B38A97C4B83A}" dt="2026-04-09T14:12:34.090" v="6907" actId="207"/>
          <ac:spMkLst>
            <pc:docMk/>
            <pc:sldMk cId="3921143942" sldId="2134804510"/>
            <ac:spMk id="22" creationId="{23CCFB9A-3A6F-29D5-3464-82C7C3DA26D6}"/>
          </ac:spMkLst>
        </pc:spChg>
        <pc:spChg chg="mod">
          <ac:chgData name="#PANDA SUBRAT PRASAD#" userId="ec1adce1-cd14-42d8-8d91-b50f036fd8fb" providerId="ADAL" clId="{DB70D8F6-C9C6-50FD-B895-B38A97C4B83A}" dt="2026-04-09T14:01:19.370" v="6706"/>
          <ac:spMkLst>
            <pc:docMk/>
            <pc:sldMk cId="3921143942" sldId="2134804510"/>
            <ac:spMk id="24" creationId="{6F2AD1FC-F2C8-015E-5681-246F06C2BF6F}"/>
          </ac:spMkLst>
        </pc:spChg>
        <pc:spChg chg="add mod">
          <ac:chgData name="#PANDA SUBRAT PRASAD#" userId="ec1adce1-cd14-42d8-8d91-b50f036fd8fb" providerId="ADAL" clId="{DB70D8F6-C9C6-50FD-B895-B38A97C4B83A}" dt="2026-04-09T14:12:40.712" v="6908" actId="207"/>
          <ac:spMkLst>
            <pc:docMk/>
            <pc:sldMk cId="3921143942" sldId="2134804510"/>
            <ac:spMk id="28" creationId="{3C2F06C6-005C-9950-87D1-9563A6063983}"/>
          </ac:spMkLst>
        </pc:spChg>
        <pc:spChg chg="add mod">
          <ac:chgData name="#PANDA SUBRAT PRASAD#" userId="ec1adce1-cd14-42d8-8d91-b50f036fd8fb" providerId="ADAL" clId="{DB70D8F6-C9C6-50FD-B895-B38A97C4B83A}" dt="2026-04-09T16:55:52.325" v="9735" actId="1035"/>
          <ac:spMkLst>
            <pc:docMk/>
            <pc:sldMk cId="3921143942" sldId="2134804510"/>
            <ac:spMk id="29" creationId="{1B197A43-A0F4-678C-3158-F317AC407C85}"/>
          </ac:spMkLst>
        </pc:spChg>
        <pc:spChg chg="add mod">
          <ac:chgData name="#PANDA SUBRAT PRASAD#" userId="ec1adce1-cd14-42d8-8d91-b50f036fd8fb" providerId="ADAL" clId="{DB70D8F6-C9C6-50FD-B895-B38A97C4B83A}" dt="2026-04-09T17:00:28.932" v="9773" actId="20577"/>
          <ac:spMkLst>
            <pc:docMk/>
            <pc:sldMk cId="3921143942" sldId="2134804510"/>
            <ac:spMk id="30" creationId="{B1CF409C-BA33-7E6A-BB6A-18E1FB8D974A}"/>
          </ac:spMkLst>
        </pc:spChg>
        <pc:spChg chg="mod">
          <ac:chgData name="#PANDA SUBRAT PRASAD#" userId="ec1adce1-cd14-42d8-8d91-b50f036fd8fb" providerId="ADAL" clId="{DB70D8F6-C9C6-50FD-B895-B38A97C4B83A}" dt="2026-04-09T14:05:07.872" v="6842" actId="20577"/>
          <ac:spMkLst>
            <pc:docMk/>
            <pc:sldMk cId="3921143942" sldId="2134804510"/>
            <ac:spMk id="32" creationId="{C80A4213-5C3F-1095-9584-26DCC55CAEF4}"/>
          </ac:spMkLst>
        </pc:spChg>
        <pc:spChg chg="add mod">
          <ac:chgData name="#PANDA SUBRAT PRASAD#" userId="ec1adce1-cd14-42d8-8d91-b50f036fd8fb" providerId="ADAL" clId="{DB70D8F6-C9C6-50FD-B895-B38A97C4B83A}" dt="2026-04-09T14:09:59.058" v="6899" actId="164"/>
          <ac:spMkLst>
            <pc:docMk/>
            <pc:sldMk cId="3921143942" sldId="2134804510"/>
            <ac:spMk id="35" creationId="{AA904A5E-85E9-FA8C-17B7-C412EB8CB542}"/>
          </ac:spMkLst>
        </pc:spChg>
        <pc:spChg chg="add mod">
          <ac:chgData name="#PANDA SUBRAT PRASAD#" userId="ec1adce1-cd14-42d8-8d91-b50f036fd8fb" providerId="ADAL" clId="{DB70D8F6-C9C6-50FD-B895-B38A97C4B83A}" dt="2026-04-09T17:00:49.955" v="9781" actId="20577"/>
          <ac:spMkLst>
            <pc:docMk/>
            <pc:sldMk cId="3921143942" sldId="2134804510"/>
            <ac:spMk id="36" creationId="{4787D45D-7C9E-0253-29E0-DE1045CC2719}"/>
          </ac:spMkLst>
        </pc:spChg>
        <pc:spChg chg="add mod">
          <ac:chgData name="#PANDA SUBRAT PRASAD#" userId="ec1adce1-cd14-42d8-8d91-b50f036fd8fb" providerId="ADAL" clId="{DB70D8F6-C9C6-50FD-B895-B38A97C4B83A}" dt="2026-04-09T14:10:15.745" v="6901" actId="164"/>
          <ac:spMkLst>
            <pc:docMk/>
            <pc:sldMk cId="3921143942" sldId="2134804510"/>
            <ac:spMk id="37" creationId="{2A5FA870-3017-736F-94EE-C5EFFE246857}"/>
          </ac:spMkLst>
        </pc:spChg>
        <pc:grpChg chg="add mod">
          <ac:chgData name="#PANDA SUBRAT PRASAD#" userId="ec1adce1-cd14-42d8-8d91-b50f036fd8fb" providerId="ADAL" clId="{DB70D8F6-C9C6-50FD-B895-B38A97C4B83A}" dt="2026-04-10T02:24:44.376" v="12822" actId="1076"/>
          <ac:grpSpMkLst>
            <pc:docMk/>
            <pc:sldMk cId="3921143942" sldId="2134804510"/>
            <ac:grpSpMk id="14" creationId="{DD8D5567-DC9E-9FFA-5A0C-ADAF77D897D6}"/>
          </ac:grpSpMkLst>
        </pc:grpChg>
        <pc:grpChg chg="add mod">
          <ac:chgData name="#PANDA SUBRAT PRASAD#" userId="ec1adce1-cd14-42d8-8d91-b50f036fd8fb" providerId="ADAL" clId="{DB70D8F6-C9C6-50FD-B895-B38A97C4B83A}" dt="2026-04-09T17:00:28.932" v="9773" actId="20577"/>
          <ac:grpSpMkLst>
            <pc:docMk/>
            <pc:sldMk cId="3921143942" sldId="2134804510"/>
            <ac:grpSpMk id="15" creationId="{332FCE07-053A-610A-B3D1-0294E11DB4B4}"/>
          </ac:grpSpMkLst>
        </pc:grpChg>
        <pc:grpChg chg="add mod">
          <ac:chgData name="#PANDA SUBRAT PRASAD#" userId="ec1adce1-cd14-42d8-8d91-b50f036fd8fb" providerId="ADAL" clId="{DB70D8F6-C9C6-50FD-B895-B38A97C4B83A}" dt="2026-04-10T02:24:49.230" v="12823" actId="1076"/>
          <ac:grpSpMkLst>
            <pc:docMk/>
            <pc:sldMk cId="3921143942" sldId="2134804510"/>
            <ac:grpSpMk id="23" creationId="{E81239EA-D30B-E13F-07B8-503F98CCA10E}"/>
          </ac:grpSpMkLst>
        </pc:grpChg>
        <pc:grpChg chg="add mod">
          <ac:chgData name="#PANDA SUBRAT PRASAD#" userId="ec1adce1-cd14-42d8-8d91-b50f036fd8fb" providerId="ADAL" clId="{DB70D8F6-C9C6-50FD-B895-B38A97C4B83A}" dt="2026-04-09T14:09:59.058" v="6899" actId="164"/>
          <ac:grpSpMkLst>
            <pc:docMk/>
            <pc:sldMk cId="3921143942" sldId="2134804510"/>
            <ac:grpSpMk id="31" creationId="{21CC64EF-4143-1355-C604-F1C57EF0BD14}"/>
          </ac:grpSpMkLst>
        </pc:grpChg>
        <pc:grpChg chg="add mod">
          <ac:chgData name="#PANDA SUBRAT PRASAD#" userId="ec1adce1-cd14-42d8-8d91-b50f036fd8fb" providerId="ADAL" clId="{DB70D8F6-C9C6-50FD-B895-B38A97C4B83A}" dt="2026-04-09T17:00:28.932" v="9773" actId="20577"/>
          <ac:grpSpMkLst>
            <pc:docMk/>
            <pc:sldMk cId="3921143942" sldId="2134804510"/>
            <ac:grpSpMk id="40" creationId="{D8D3CCFB-03A9-D069-228F-C009424839BC}"/>
          </ac:grpSpMkLst>
        </pc:grpChg>
        <pc:grpChg chg="add mod">
          <ac:chgData name="#PANDA SUBRAT PRASAD#" userId="ec1adce1-cd14-42d8-8d91-b50f036fd8fb" providerId="ADAL" clId="{DB70D8F6-C9C6-50FD-B895-B38A97C4B83A}" dt="2026-04-09T14:10:15.745" v="6901" actId="164"/>
          <ac:grpSpMkLst>
            <pc:docMk/>
            <pc:sldMk cId="3921143942" sldId="2134804510"/>
            <ac:grpSpMk id="42" creationId="{172EE3CF-0E1E-3178-F05A-E8296DBD49ED}"/>
          </ac:grpSpMkLst>
        </pc:grpChg>
        <pc:grpChg chg="add mod">
          <ac:chgData name="#PANDA SUBRAT PRASAD#" userId="ec1adce1-cd14-42d8-8d91-b50f036fd8fb" providerId="ADAL" clId="{DB70D8F6-C9C6-50FD-B895-B38A97C4B83A}" dt="2026-04-09T16:55:55.702" v="9739" actId="1035"/>
          <ac:grpSpMkLst>
            <pc:docMk/>
            <pc:sldMk cId="3921143942" sldId="2134804510"/>
            <ac:grpSpMk id="43" creationId="{756D7D9C-D98A-492C-561A-20D91DB70900}"/>
          </ac:grpSpMkLst>
        </pc:grpChg>
        <pc:graphicFrameChg chg="add mod modGraphic">
          <ac:chgData name="#PANDA SUBRAT PRASAD#" userId="ec1adce1-cd14-42d8-8d91-b50f036fd8fb" providerId="ADAL" clId="{DB70D8F6-C9C6-50FD-B895-B38A97C4B83A}" dt="2026-04-10T02:28:27.163" v="12972" actId="113"/>
          <ac:graphicFrameMkLst>
            <pc:docMk/>
            <pc:sldMk cId="3921143942" sldId="2134804510"/>
            <ac:graphicFrameMk id="6" creationId="{F964A662-B55F-37A3-FA55-9EB8025312BD}"/>
          </ac:graphicFrameMkLst>
        </pc:graphicFrameChg>
        <pc:cxnChg chg="add mod">
          <ac:chgData name="#PANDA SUBRAT PRASAD#" userId="ec1adce1-cd14-42d8-8d91-b50f036fd8fb" providerId="ADAL" clId="{DB70D8F6-C9C6-50FD-B895-B38A97C4B83A}" dt="2026-04-09T13:55:21.810" v="6538" actId="164"/>
          <ac:cxnSpMkLst>
            <pc:docMk/>
            <pc:sldMk cId="3921143942" sldId="2134804510"/>
            <ac:cxnSpMk id="13" creationId="{CC7633FA-A5AA-C4FE-DC16-5866D98BB1AD}"/>
          </ac:cxnSpMkLst>
        </pc:cxnChg>
        <pc:cxnChg chg="mod">
          <ac:chgData name="#PANDA SUBRAT PRASAD#" userId="ec1adce1-cd14-42d8-8d91-b50f036fd8fb" providerId="ADAL" clId="{DB70D8F6-C9C6-50FD-B895-B38A97C4B83A}" dt="2026-04-09T17:00:28.932" v="9773" actId="20577"/>
          <ac:cxnSpMkLst>
            <pc:docMk/>
            <pc:sldMk cId="3921143942" sldId="2134804510"/>
            <ac:cxnSpMk id="17" creationId="{D96CF05E-78D7-454C-08A8-79449996545B}"/>
          </ac:cxnSpMkLst>
        </pc:cxnChg>
        <pc:cxnChg chg="mod">
          <ac:chgData name="#PANDA SUBRAT PRASAD#" userId="ec1adce1-cd14-42d8-8d91-b50f036fd8fb" providerId="ADAL" clId="{DB70D8F6-C9C6-50FD-B895-B38A97C4B83A}" dt="2026-04-09T17:00:28.932" v="9773" actId="20577"/>
          <ac:cxnSpMkLst>
            <pc:docMk/>
            <pc:sldMk cId="3921143942" sldId="2134804510"/>
            <ac:cxnSpMk id="18" creationId="{F7DAFE43-F333-73FD-1EB8-C0867E9E556F}"/>
          </ac:cxnSpMkLst>
        </pc:cxnChg>
        <pc:cxnChg chg="mod">
          <ac:chgData name="#PANDA SUBRAT PRASAD#" userId="ec1adce1-cd14-42d8-8d91-b50f036fd8fb" providerId="ADAL" clId="{DB70D8F6-C9C6-50FD-B895-B38A97C4B83A}" dt="2026-04-09T14:09:23.045" v="6894" actId="14100"/>
          <ac:cxnSpMkLst>
            <pc:docMk/>
            <pc:sldMk cId="3921143942" sldId="2134804510"/>
            <ac:cxnSpMk id="25" creationId="{F4C4BDE5-45E4-54CD-8204-3239FE73ABA8}"/>
          </ac:cxnSpMkLst>
        </pc:cxnChg>
        <pc:cxnChg chg="mod">
          <ac:chgData name="#PANDA SUBRAT PRASAD#" userId="ec1adce1-cd14-42d8-8d91-b50f036fd8fb" providerId="ADAL" clId="{DB70D8F6-C9C6-50FD-B895-B38A97C4B83A}" dt="2026-04-09T14:03:57.755" v="6822"/>
          <ac:cxnSpMkLst>
            <pc:docMk/>
            <pc:sldMk cId="3921143942" sldId="2134804510"/>
            <ac:cxnSpMk id="33" creationId="{9D932A22-4C9D-1021-0580-27DD087AAA27}"/>
          </ac:cxnSpMkLst>
        </pc:cxnChg>
        <pc:cxnChg chg="mod">
          <ac:chgData name="#PANDA SUBRAT PRASAD#" userId="ec1adce1-cd14-42d8-8d91-b50f036fd8fb" providerId="ADAL" clId="{DB70D8F6-C9C6-50FD-B895-B38A97C4B83A}" dt="2026-04-09T14:03:57.755" v="6822"/>
          <ac:cxnSpMkLst>
            <pc:docMk/>
            <pc:sldMk cId="3921143942" sldId="2134804510"/>
            <ac:cxnSpMk id="34" creationId="{C520C054-E3B2-2E31-1DC4-6DC2695AF1A1}"/>
          </ac:cxnSpMkLst>
        </pc:cxnChg>
        <pc:cxnChg chg="add mod">
          <ac:chgData name="#PANDA SUBRAT PRASAD#" userId="ec1adce1-cd14-42d8-8d91-b50f036fd8fb" providerId="ADAL" clId="{DB70D8F6-C9C6-50FD-B895-B38A97C4B83A}" dt="2026-04-09T14:06:02.636" v="6870" actId="692"/>
          <ac:cxnSpMkLst>
            <pc:docMk/>
            <pc:sldMk cId="3921143942" sldId="2134804510"/>
            <ac:cxnSpMk id="39" creationId="{336033F3-22EE-8404-F047-DD9BA247F6DE}"/>
          </ac:cxnSpMkLst>
        </pc:cxnChg>
      </pc:sldChg>
      <pc:sldChg chg="modSp new del mod">
        <pc:chgData name="#PANDA SUBRAT PRASAD#" userId="ec1adce1-cd14-42d8-8d91-b50f036fd8fb" providerId="ADAL" clId="{DB70D8F6-C9C6-50FD-B895-B38A97C4B83A}" dt="2026-04-09T15:29:25.438" v="9122" actId="2696"/>
        <pc:sldMkLst>
          <pc:docMk/>
          <pc:sldMk cId="2274326610" sldId="2134804512"/>
        </pc:sldMkLst>
      </pc:sldChg>
      <pc:sldChg chg="modSp new mod ord">
        <pc:chgData name="#PANDA SUBRAT PRASAD#" userId="ec1adce1-cd14-42d8-8d91-b50f036fd8fb" providerId="ADAL" clId="{DB70D8F6-C9C6-50FD-B895-B38A97C4B83A}" dt="2026-04-09T10:18:54.134" v="5936" actId="20578"/>
        <pc:sldMkLst>
          <pc:docMk/>
          <pc:sldMk cId="4228394440" sldId="2134804513"/>
        </pc:sldMkLst>
        <pc:spChg chg="mod">
          <ac:chgData name="#PANDA SUBRAT PRASAD#" userId="ec1adce1-cd14-42d8-8d91-b50f036fd8fb" providerId="ADAL" clId="{DB70D8F6-C9C6-50FD-B895-B38A97C4B83A}" dt="2026-04-07T17:14:11.137" v="4815" actId="20577"/>
          <ac:spMkLst>
            <pc:docMk/>
            <pc:sldMk cId="4228394440" sldId="2134804513"/>
            <ac:spMk id="2" creationId="{988F306E-87A4-57D3-994B-B3E1CC1A4C23}"/>
          </ac:spMkLst>
        </pc:spChg>
      </pc:sldChg>
      <pc:sldChg chg="modSp new del mod">
        <pc:chgData name="#PANDA SUBRAT PRASAD#" userId="ec1adce1-cd14-42d8-8d91-b50f036fd8fb" providerId="ADAL" clId="{DB70D8F6-C9C6-50FD-B895-B38A97C4B83A}" dt="2026-04-09T15:40:51.921" v="9465" actId="2696"/>
        <pc:sldMkLst>
          <pc:docMk/>
          <pc:sldMk cId="1732618261" sldId="2134804516"/>
        </pc:sldMkLst>
      </pc:sldChg>
      <pc:sldChg chg="modSp new del mod">
        <pc:chgData name="#PANDA SUBRAT PRASAD#" userId="ec1adce1-cd14-42d8-8d91-b50f036fd8fb" providerId="ADAL" clId="{DB70D8F6-C9C6-50FD-B895-B38A97C4B83A}" dt="2026-04-09T15:40:52.958" v="9466" actId="2696"/>
        <pc:sldMkLst>
          <pc:docMk/>
          <pc:sldMk cId="519038501" sldId="2134804517"/>
        </pc:sldMkLst>
        <pc:spChg chg="mod">
          <ac:chgData name="#PANDA SUBRAT PRASAD#" userId="ec1adce1-cd14-42d8-8d91-b50f036fd8fb" providerId="ADAL" clId="{DB70D8F6-C9C6-50FD-B895-B38A97C4B83A}" dt="2026-04-09T02:07:01.747" v="5930" actId="20577"/>
          <ac:spMkLst>
            <pc:docMk/>
            <pc:sldMk cId="519038501" sldId="2134804517"/>
            <ac:spMk id="3" creationId="{5B5C6D72-6F22-523D-958C-82566B5F4FDA}"/>
          </ac:spMkLst>
        </pc:spChg>
      </pc:sldChg>
      <pc:sldChg chg="addSp delSp modSp new mod">
        <pc:chgData name="#PANDA SUBRAT PRASAD#" userId="ec1adce1-cd14-42d8-8d91-b50f036fd8fb" providerId="ADAL" clId="{DB70D8F6-C9C6-50FD-B895-B38A97C4B83A}" dt="2026-04-10T03:11:11.333" v="13475" actId="20577"/>
        <pc:sldMkLst>
          <pc:docMk/>
          <pc:sldMk cId="2890957575" sldId="2134804518"/>
        </pc:sldMkLst>
        <pc:spChg chg="mod">
          <ac:chgData name="#PANDA SUBRAT PRASAD#" userId="ec1adce1-cd14-42d8-8d91-b50f036fd8fb" providerId="ADAL" clId="{DB70D8F6-C9C6-50FD-B895-B38A97C4B83A}" dt="2026-04-10T02:21:14.882" v="12806" actId="1076"/>
          <ac:spMkLst>
            <pc:docMk/>
            <pc:sldMk cId="2890957575" sldId="2134804518"/>
            <ac:spMk id="2" creationId="{B80C610C-671E-9182-9357-A0CFCF5B8DD0}"/>
          </ac:spMkLst>
        </pc:spChg>
        <pc:spChg chg="add mod">
          <ac:chgData name="#PANDA SUBRAT PRASAD#" userId="ec1adce1-cd14-42d8-8d91-b50f036fd8fb" providerId="ADAL" clId="{DB70D8F6-C9C6-50FD-B895-B38A97C4B83A}" dt="2026-04-10T03:11:11.333" v="13475" actId="20577"/>
          <ac:spMkLst>
            <pc:docMk/>
            <pc:sldMk cId="2890957575" sldId="2134804518"/>
            <ac:spMk id="3" creationId="{005D836C-47F0-2DE4-3835-04AED556C8FF}"/>
          </ac:spMkLst>
        </pc:spChg>
        <pc:spChg chg="add del mod">
          <ac:chgData name="#PANDA SUBRAT PRASAD#" userId="ec1adce1-cd14-42d8-8d91-b50f036fd8fb" providerId="ADAL" clId="{DB70D8F6-C9C6-50FD-B895-B38A97C4B83A}" dt="2026-04-09T15:54:04.838" v="9622"/>
          <ac:spMkLst>
            <pc:docMk/>
            <pc:sldMk cId="2890957575" sldId="2134804518"/>
            <ac:spMk id="3" creationId="{F97D5111-136F-D7B8-0F13-7188D6E449CF}"/>
          </ac:spMkLst>
        </pc:spChg>
        <pc:spChg chg="add mod">
          <ac:chgData name="#PANDA SUBRAT PRASAD#" userId="ec1adce1-cd14-42d8-8d91-b50f036fd8fb" providerId="ADAL" clId="{DB70D8F6-C9C6-50FD-B895-B38A97C4B83A}" dt="2026-04-10T02:17:38.761" v="12581" actId="1076"/>
          <ac:spMkLst>
            <pc:docMk/>
            <pc:sldMk cId="2890957575" sldId="2134804518"/>
            <ac:spMk id="5" creationId="{A7C3C47C-6364-DC21-A703-E82CB1233D4E}"/>
          </ac:spMkLst>
        </pc:spChg>
        <pc:spChg chg="add mod">
          <ac:chgData name="#PANDA SUBRAT PRASAD#" userId="ec1adce1-cd14-42d8-8d91-b50f036fd8fb" providerId="ADAL" clId="{DB70D8F6-C9C6-50FD-B895-B38A97C4B83A}" dt="2026-04-10T02:19:58.926" v="12801" actId="20577"/>
          <ac:spMkLst>
            <pc:docMk/>
            <pc:sldMk cId="2890957575" sldId="2134804518"/>
            <ac:spMk id="6" creationId="{E8B720D1-B543-4A29-0754-C3B84860F60E}"/>
          </ac:spMkLst>
        </pc:spChg>
        <pc:picChg chg="add mod">
          <ac:chgData name="#PANDA SUBRAT PRASAD#" userId="ec1adce1-cd14-42d8-8d91-b50f036fd8fb" providerId="ADAL" clId="{DB70D8F6-C9C6-50FD-B895-B38A97C4B83A}" dt="2026-04-10T02:17:41.487" v="12582" actId="1076"/>
          <ac:picMkLst>
            <pc:docMk/>
            <pc:sldMk cId="2890957575" sldId="2134804518"/>
            <ac:picMk id="4" creationId="{67257310-9B6E-1BFB-41EB-319E18E8351B}"/>
          </ac:picMkLst>
        </pc:picChg>
        <pc:picChg chg="add mod">
          <ac:chgData name="#PANDA SUBRAT PRASAD#" userId="ec1adce1-cd14-42d8-8d91-b50f036fd8fb" providerId="ADAL" clId="{DB70D8F6-C9C6-50FD-B895-B38A97C4B83A}" dt="2026-04-10T02:21:34.578" v="12809" actId="1076"/>
          <ac:picMkLst>
            <pc:docMk/>
            <pc:sldMk cId="2890957575" sldId="2134804518"/>
            <ac:picMk id="8" creationId="{0FB23F51-CBBF-5F73-EDFF-4A2B9F4952A6}"/>
          </ac:picMkLst>
        </pc:picChg>
      </pc:sldChg>
      <pc:sldChg chg="addSp delSp modSp add mod modAnim">
        <pc:chgData name="#PANDA SUBRAT PRASAD#" userId="ec1adce1-cd14-42d8-8d91-b50f036fd8fb" providerId="ADAL" clId="{DB70D8F6-C9C6-50FD-B895-B38A97C4B83A}" dt="2026-04-07T16:28:17.197" v="4450" actId="1076"/>
        <pc:sldMkLst>
          <pc:docMk/>
          <pc:sldMk cId="1837336128" sldId="2134804519"/>
        </pc:sldMkLst>
        <pc:spChg chg="mod">
          <ac:chgData name="#PANDA SUBRAT PRASAD#" userId="ec1adce1-cd14-42d8-8d91-b50f036fd8fb" providerId="ADAL" clId="{DB70D8F6-C9C6-50FD-B895-B38A97C4B83A}" dt="2026-04-07T16:24:26.095" v="4343" actId="1076"/>
          <ac:spMkLst>
            <pc:docMk/>
            <pc:sldMk cId="1837336128" sldId="2134804519"/>
            <ac:spMk id="2" creationId="{BC032530-D10C-670E-A1B9-29EB0BD1F02E}"/>
          </ac:spMkLst>
        </pc:spChg>
        <pc:spChg chg="mod">
          <ac:chgData name="#PANDA SUBRAT PRASAD#" userId="ec1adce1-cd14-42d8-8d91-b50f036fd8fb" providerId="ADAL" clId="{DB70D8F6-C9C6-50FD-B895-B38A97C4B83A}" dt="2026-04-07T16:25:07.311" v="4352" actId="1076"/>
          <ac:spMkLst>
            <pc:docMk/>
            <pc:sldMk cId="1837336128" sldId="2134804519"/>
            <ac:spMk id="11" creationId="{C9665CD9-598C-C7DD-2DD4-14870C716486}"/>
          </ac:spMkLst>
        </pc:spChg>
        <pc:spChg chg="add mod">
          <ac:chgData name="#PANDA SUBRAT PRASAD#" userId="ec1adce1-cd14-42d8-8d91-b50f036fd8fb" providerId="ADAL" clId="{DB70D8F6-C9C6-50FD-B895-B38A97C4B83A}" dt="2026-04-07T16:28:17.197" v="4450" actId="1076"/>
          <ac:spMkLst>
            <pc:docMk/>
            <pc:sldMk cId="1837336128" sldId="2134804519"/>
            <ac:spMk id="13" creationId="{6464B991-F22F-D99B-807A-B778127AF1A8}"/>
          </ac:spMkLst>
        </pc:spChg>
        <pc:picChg chg="mod">
          <ac:chgData name="#PANDA SUBRAT PRASAD#" userId="ec1adce1-cd14-42d8-8d91-b50f036fd8fb" providerId="ADAL" clId="{DB70D8F6-C9C6-50FD-B895-B38A97C4B83A}" dt="2026-04-07T16:27:41.411" v="4407" actId="1076"/>
          <ac:picMkLst>
            <pc:docMk/>
            <pc:sldMk cId="1837336128" sldId="2134804519"/>
            <ac:picMk id="1030" creationId="{6EB1E9B1-BD14-C052-BFA2-704B3C58BAB2}"/>
          </ac:picMkLst>
        </pc:picChg>
      </pc:sldChg>
      <pc:sldChg chg="delSp modSp add mod">
        <pc:chgData name="#PANDA SUBRAT PRASAD#" userId="ec1adce1-cd14-42d8-8d91-b50f036fd8fb" providerId="ADAL" clId="{DB70D8F6-C9C6-50FD-B895-B38A97C4B83A}" dt="2026-04-07T16:29:55.250" v="4480" actId="1076"/>
        <pc:sldMkLst>
          <pc:docMk/>
          <pc:sldMk cId="3651247896" sldId="2134804520"/>
        </pc:sldMkLst>
        <pc:spChg chg="mod">
          <ac:chgData name="#PANDA SUBRAT PRASAD#" userId="ec1adce1-cd14-42d8-8d91-b50f036fd8fb" providerId="ADAL" clId="{DB70D8F6-C9C6-50FD-B895-B38A97C4B83A}" dt="2026-04-07T16:29:49.895" v="4479" actId="1076"/>
          <ac:spMkLst>
            <pc:docMk/>
            <pc:sldMk cId="3651247896" sldId="2134804520"/>
            <ac:spMk id="2" creationId="{2B80B3E2-7456-E9C5-C848-1BABFC8665DB}"/>
          </ac:spMkLst>
        </pc:spChg>
        <pc:spChg chg="mod">
          <ac:chgData name="#PANDA SUBRAT PRASAD#" userId="ec1adce1-cd14-42d8-8d91-b50f036fd8fb" providerId="ADAL" clId="{DB70D8F6-C9C6-50FD-B895-B38A97C4B83A}" dt="2026-04-07T16:29:15.084" v="4457" actId="207"/>
          <ac:spMkLst>
            <pc:docMk/>
            <pc:sldMk cId="3651247896" sldId="2134804520"/>
            <ac:spMk id="11" creationId="{D6D071BB-C092-CB79-9CB5-C1BC9E0705C0}"/>
          </ac:spMkLst>
        </pc:spChg>
        <pc:picChg chg="mod">
          <ac:chgData name="#PANDA SUBRAT PRASAD#" userId="ec1adce1-cd14-42d8-8d91-b50f036fd8fb" providerId="ADAL" clId="{DB70D8F6-C9C6-50FD-B895-B38A97C4B83A}" dt="2026-04-07T16:29:55.250" v="4480" actId="1076"/>
          <ac:picMkLst>
            <pc:docMk/>
            <pc:sldMk cId="3651247896" sldId="2134804520"/>
            <ac:picMk id="9" creationId="{715FE98B-2A33-B5DC-5EE9-3F60A52E28A8}"/>
          </ac:picMkLst>
        </pc:picChg>
      </pc:sldChg>
      <pc:sldChg chg="addSp delSp modSp add mod modAnim">
        <pc:chgData name="#PANDA SUBRAT PRASAD#" userId="ec1adce1-cd14-42d8-8d91-b50f036fd8fb" providerId="ADAL" clId="{DB70D8F6-C9C6-50FD-B895-B38A97C4B83A}" dt="2026-04-08T14:34:22.254" v="5008" actId="164"/>
        <pc:sldMkLst>
          <pc:docMk/>
          <pc:sldMk cId="2170450223" sldId="2134804522"/>
        </pc:sldMkLst>
        <pc:spChg chg="add mod">
          <ac:chgData name="#PANDA SUBRAT PRASAD#" userId="ec1adce1-cd14-42d8-8d91-b50f036fd8fb" providerId="ADAL" clId="{DB70D8F6-C9C6-50FD-B895-B38A97C4B83A}" dt="2026-04-07T09:48:53.563" v="3627" actId="164"/>
          <ac:spMkLst>
            <pc:docMk/>
            <pc:sldMk cId="2170450223" sldId="2134804522"/>
            <ac:spMk id="3" creationId="{07EFCD2C-9123-0BEE-A3A9-B5606C792316}"/>
          </ac:spMkLst>
        </pc:spChg>
        <pc:spChg chg="mod">
          <ac:chgData name="#PANDA SUBRAT PRASAD#" userId="ec1adce1-cd14-42d8-8d91-b50f036fd8fb" providerId="ADAL" clId="{DB70D8F6-C9C6-50FD-B895-B38A97C4B83A}" dt="2026-04-07T09:48:53.563" v="3627" actId="164"/>
          <ac:spMkLst>
            <pc:docMk/>
            <pc:sldMk cId="2170450223" sldId="2134804522"/>
            <ac:spMk id="4" creationId="{D761E149-3FCF-3EFE-7458-813BA839798D}"/>
          </ac:spMkLst>
        </pc:spChg>
        <pc:spChg chg="mod">
          <ac:chgData name="#PANDA SUBRAT PRASAD#" userId="ec1adce1-cd14-42d8-8d91-b50f036fd8fb" providerId="ADAL" clId="{DB70D8F6-C9C6-50FD-B895-B38A97C4B83A}" dt="2026-04-07T15:23:24.890" v="3643" actId="164"/>
          <ac:spMkLst>
            <pc:docMk/>
            <pc:sldMk cId="2170450223" sldId="2134804522"/>
            <ac:spMk id="12" creationId="{FF6AD894-AF1C-418D-EA16-8C9AAF96DDB6}"/>
          </ac:spMkLst>
        </pc:spChg>
        <pc:spChg chg="mod">
          <ac:chgData name="#PANDA SUBRAT PRASAD#" userId="ec1adce1-cd14-42d8-8d91-b50f036fd8fb" providerId="ADAL" clId="{DB70D8F6-C9C6-50FD-B895-B38A97C4B83A}" dt="2026-04-07T15:23:30.052" v="3644" actId="164"/>
          <ac:spMkLst>
            <pc:docMk/>
            <pc:sldMk cId="2170450223" sldId="2134804522"/>
            <ac:spMk id="13" creationId="{6D56041A-F119-511B-990D-E2EF48965711}"/>
          </ac:spMkLst>
        </pc:spChg>
        <pc:spChg chg="mod">
          <ac:chgData name="#PANDA SUBRAT PRASAD#" userId="ec1adce1-cd14-42d8-8d91-b50f036fd8fb" providerId="ADAL" clId="{DB70D8F6-C9C6-50FD-B895-B38A97C4B83A}" dt="2026-04-07T15:46:41.448" v="3893" actId="20577"/>
          <ac:spMkLst>
            <pc:docMk/>
            <pc:sldMk cId="2170450223" sldId="2134804522"/>
            <ac:spMk id="15" creationId="{43C3DEA8-CED0-2C06-C5A4-AABE7DFED695}"/>
          </ac:spMkLst>
        </pc:spChg>
        <pc:spChg chg="add mod">
          <ac:chgData name="#PANDA SUBRAT PRASAD#" userId="ec1adce1-cd14-42d8-8d91-b50f036fd8fb" providerId="ADAL" clId="{DB70D8F6-C9C6-50FD-B895-B38A97C4B83A}" dt="2026-04-07T09:48:53.563" v="3627" actId="164"/>
          <ac:spMkLst>
            <pc:docMk/>
            <pc:sldMk cId="2170450223" sldId="2134804522"/>
            <ac:spMk id="16" creationId="{6334A154-4F44-D10F-7D24-7D81D210E205}"/>
          </ac:spMkLst>
        </pc:spChg>
        <pc:spChg chg="mod">
          <ac:chgData name="#PANDA SUBRAT PRASAD#" userId="ec1adce1-cd14-42d8-8d91-b50f036fd8fb" providerId="ADAL" clId="{DB70D8F6-C9C6-50FD-B895-B38A97C4B83A}" dt="2026-04-07T09:40:10.039" v="3426" actId="20577"/>
          <ac:spMkLst>
            <pc:docMk/>
            <pc:sldMk cId="2170450223" sldId="2134804522"/>
            <ac:spMk id="18" creationId="{7F21D0DE-B6EF-7554-1529-92818A1D4EDF}"/>
          </ac:spMkLst>
        </pc:spChg>
        <pc:grpChg chg="add mod">
          <ac:chgData name="#PANDA SUBRAT PRASAD#" userId="ec1adce1-cd14-42d8-8d91-b50f036fd8fb" providerId="ADAL" clId="{DB70D8F6-C9C6-50FD-B895-B38A97C4B83A}" dt="2026-04-08T14:34:22.254" v="5008" actId="164"/>
          <ac:grpSpMkLst>
            <pc:docMk/>
            <pc:sldMk cId="2170450223" sldId="2134804522"/>
            <ac:grpSpMk id="20" creationId="{34F803C0-77CA-E517-5E64-38FE6962B7CD}"/>
          </ac:grpSpMkLst>
        </pc:grpChg>
        <pc:grpChg chg="add mod">
          <ac:chgData name="#PANDA SUBRAT PRASAD#" userId="ec1adce1-cd14-42d8-8d91-b50f036fd8fb" providerId="ADAL" clId="{DB70D8F6-C9C6-50FD-B895-B38A97C4B83A}" dt="2026-04-08T14:34:22.254" v="5008" actId="164"/>
          <ac:grpSpMkLst>
            <pc:docMk/>
            <pc:sldMk cId="2170450223" sldId="2134804522"/>
            <ac:grpSpMk id="25" creationId="{33DB5D1F-2198-C636-26C7-700F81DD2D37}"/>
          </ac:grpSpMkLst>
        </pc:grpChg>
        <pc:grpChg chg="add mod">
          <ac:chgData name="#PANDA SUBRAT PRASAD#" userId="ec1adce1-cd14-42d8-8d91-b50f036fd8fb" providerId="ADAL" clId="{DB70D8F6-C9C6-50FD-B895-B38A97C4B83A}" dt="2026-04-07T15:23:24.890" v="3643" actId="164"/>
          <ac:grpSpMkLst>
            <pc:docMk/>
            <pc:sldMk cId="2170450223" sldId="2134804522"/>
            <ac:grpSpMk id="29" creationId="{8E0ACA45-A6ED-01FE-9270-6D9BB066AD3B}"/>
          </ac:grpSpMkLst>
        </pc:grpChg>
        <pc:grpChg chg="add mod">
          <ac:chgData name="#PANDA SUBRAT PRASAD#" userId="ec1adce1-cd14-42d8-8d91-b50f036fd8fb" providerId="ADAL" clId="{DB70D8F6-C9C6-50FD-B895-B38A97C4B83A}" dt="2026-04-07T15:23:30.052" v="3644" actId="164"/>
          <ac:grpSpMkLst>
            <pc:docMk/>
            <pc:sldMk cId="2170450223" sldId="2134804522"/>
            <ac:grpSpMk id="30" creationId="{BB14CA76-B9D6-0B7C-88C7-973F897B744E}"/>
          </ac:grpSpMkLst>
        </pc:grpChg>
        <pc:graphicFrameChg chg="mod modGraphic">
          <ac:chgData name="#PANDA SUBRAT PRASAD#" userId="ec1adce1-cd14-42d8-8d91-b50f036fd8fb" providerId="ADAL" clId="{DB70D8F6-C9C6-50FD-B895-B38A97C4B83A}" dt="2026-04-07T15:21:40.062" v="3630" actId="20577"/>
          <ac:graphicFrameMkLst>
            <pc:docMk/>
            <pc:sldMk cId="2170450223" sldId="2134804522"/>
            <ac:graphicFrameMk id="10" creationId="{726378EA-32D3-788D-A29A-8129C8BB5FBD}"/>
          </ac:graphicFrameMkLst>
        </pc:graphicFrameChg>
        <pc:picChg chg="add mod">
          <ac:chgData name="#PANDA SUBRAT PRASAD#" userId="ec1adce1-cd14-42d8-8d91-b50f036fd8fb" providerId="ADAL" clId="{DB70D8F6-C9C6-50FD-B895-B38A97C4B83A}" dt="2026-04-08T14:34:22.254" v="5008" actId="164"/>
          <ac:picMkLst>
            <pc:docMk/>
            <pc:sldMk cId="2170450223" sldId="2134804522"/>
            <ac:picMk id="11" creationId="{F8803747-7220-5F62-140C-828E64EE5BFA}"/>
          </ac:picMkLst>
        </pc:picChg>
        <pc:picChg chg="mod">
          <ac:chgData name="#PANDA SUBRAT PRASAD#" userId="ec1adce1-cd14-42d8-8d91-b50f036fd8fb" providerId="ADAL" clId="{DB70D8F6-C9C6-50FD-B895-B38A97C4B83A}" dt="2026-04-07T09:40:15.097" v="3428" actId="1076"/>
          <ac:picMkLst>
            <pc:docMk/>
            <pc:sldMk cId="2170450223" sldId="2134804522"/>
            <ac:picMk id="19" creationId="{B7F48185-0F66-9C06-632F-6E4B6678DD8A}"/>
          </ac:picMkLst>
        </pc:picChg>
        <pc:cxnChg chg="mod">
          <ac:chgData name="#PANDA SUBRAT PRASAD#" userId="ec1adce1-cd14-42d8-8d91-b50f036fd8fb" providerId="ADAL" clId="{DB70D8F6-C9C6-50FD-B895-B38A97C4B83A}" dt="2026-04-07T09:48:53.563" v="3627" actId="164"/>
          <ac:cxnSpMkLst>
            <pc:docMk/>
            <pc:sldMk cId="2170450223" sldId="2134804522"/>
            <ac:cxnSpMk id="5" creationId="{BBB5A4CE-3D28-B708-DE13-939D10E521A9}"/>
          </ac:cxnSpMkLst>
        </pc:cxnChg>
        <pc:cxnChg chg="mod">
          <ac:chgData name="#PANDA SUBRAT PRASAD#" userId="ec1adce1-cd14-42d8-8d91-b50f036fd8fb" providerId="ADAL" clId="{DB70D8F6-C9C6-50FD-B895-B38A97C4B83A}" dt="2026-04-07T09:48:53.563" v="3627" actId="164"/>
          <ac:cxnSpMkLst>
            <pc:docMk/>
            <pc:sldMk cId="2170450223" sldId="2134804522"/>
            <ac:cxnSpMk id="6" creationId="{4C4BD8B0-32E1-9493-CE6B-8E4E4FD83DC8}"/>
          </ac:cxnSpMkLst>
        </pc:cxnChg>
        <pc:cxnChg chg="mod">
          <ac:chgData name="#PANDA SUBRAT PRASAD#" userId="ec1adce1-cd14-42d8-8d91-b50f036fd8fb" providerId="ADAL" clId="{DB70D8F6-C9C6-50FD-B895-B38A97C4B83A}" dt="2026-04-07T15:23:24.890" v="3643" actId="164"/>
          <ac:cxnSpMkLst>
            <pc:docMk/>
            <pc:sldMk cId="2170450223" sldId="2134804522"/>
            <ac:cxnSpMk id="7" creationId="{FE0CE5FE-9BD4-8401-9C01-7D46B18DB63B}"/>
          </ac:cxnSpMkLst>
        </pc:cxnChg>
        <pc:cxnChg chg="mod">
          <ac:chgData name="#PANDA SUBRAT PRASAD#" userId="ec1adce1-cd14-42d8-8d91-b50f036fd8fb" providerId="ADAL" clId="{DB70D8F6-C9C6-50FD-B895-B38A97C4B83A}" dt="2026-04-07T15:23:30.052" v="3644" actId="164"/>
          <ac:cxnSpMkLst>
            <pc:docMk/>
            <pc:sldMk cId="2170450223" sldId="2134804522"/>
            <ac:cxnSpMk id="9" creationId="{60481BB7-D198-0E33-662C-5581675D68B3}"/>
          </ac:cxnSpMkLst>
        </pc:cxnChg>
      </pc:sldChg>
      <pc:sldChg chg="addSp delSp modSp add mod delAnim modAnim">
        <pc:chgData name="#PANDA SUBRAT PRASAD#" userId="ec1adce1-cd14-42d8-8d91-b50f036fd8fb" providerId="ADAL" clId="{DB70D8F6-C9C6-50FD-B895-B38A97C4B83A}" dt="2026-04-09T10:26:06.248" v="6018" actId="1036"/>
        <pc:sldMkLst>
          <pc:docMk/>
          <pc:sldMk cId="1937030805" sldId="2134804523"/>
        </pc:sldMkLst>
        <pc:spChg chg="add mod">
          <ac:chgData name="#PANDA SUBRAT PRASAD#" userId="ec1adce1-cd14-42d8-8d91-b50f036fd8fb" providerId="ADAL" clId="{DB70D8F6-C9C6-50FD-B895-B38A97C4B83A}" dt="2026-04-09T10:25:59.888" v="6013" actId="1076"/>
          <ac:spMkLst>
            <pc:docMk/>
            <pc:sldMk cId="1937030805" sldId="2134804523"/>
            <ac:spMk id="3" creationId="{293108ED-1342-BA2F-E25A-5E97D96C068C}"/>
          </ac:spMkLst>
        </pc:spChg>
        <pc:spChg chg="add del mod">
          <ac:chgData name="#PANDA SUBRAT PRASAD#" userId="ec1adce1-cd14-42d8-8d91-b50f036fd8fb" providerId="ADAL" clId="{DB70D8F6-C9C6-50FD-B895-B38A97C4B83A}" dt="2026-04-09T01:18:07.636" v="5450"/>
          <ac:spMkLst>
            <pc:docMk/>
            <pc:sldMk cId="1937030805" sldId="2134804523"/>
            <ac:spMk id="4" creationId="{4E4569A9-3AF6-D44A-7509-B12187990FEA}"/>
          </ac:spMkLst>
        </pc:spChg>
        <pc:spChg chg="add mod">
          <ac:chgData name="#PANDA SUBRAT PRASAD#" userId="ec1adce1-cd14-42d8-8d91-b50f036fd8fb" providerId="ADAL" clId="{DB70D8F6-C9C6-50FD-B895-B38A97C4B83A}" dt="2026-04-09T01:26:38.080" v="5677" actId="164"/>
          <ac:spMkLst>
            <pc:docMk/>
            <pc:sldMk cId="1937030805" sldId="2134804523"/>
            <ac:spMk id="5" creationId="{3E50AE79-3E4B-99DF-49E9-40C2BC19140D}"/>
          </ac:spMkLst>
        </pc:spChg>
        <pc:spChg chg="mod">
          <ac:chgData name="#PANDA SUBRAT PRASAD#" userId="ec1adce1-cd14-42d8-8d91-b50f036fd8fb" providerId="ADAL" clId="{DB70D8F6-C9C6-50FD-B895-B38A97C4B83A}" dt="2026-04-07T16:39:10.919" v="4618" actId="164"/>
          <ac:spMkLst>
            <pc:docMk/>
            <pc:sldMk cId="1937030805" sldId="2134804523"/>
            <ac:spMk id="9" creationId="{E735C9B4-29A1-7FE5-92E4-9158666A27F0}"/>
          </ac:spMkLst>
        </pc:spChg>
        <pc:spChg chg="mod">
          <ac:chgData name="#PANDA SUBRAT PRASAD#" userId="ec1adce1-cd14-42d8-8d91-b50f036fd8fb" providerId="ADAL" clId="{DB70D8F6-C9C6-50FD-B895-B38A97C4B83A}" dt="2026-04-07T16:39:10.919" v="4618" actId="164"/>
          <ac:spMkLst>
            <pc:docMk/>
            <pc:sldMk cId="1937030805" sldId="2134804523"/>
            <ac:spMk id="11" creationId="{BEA4BF42-BAD8-A263-0C33-29F47253AF85}"/>
          </ac:spMkLst>
        </pc:spChg>
        <pc:spChg chg="del mod">
          <ac:chgData name="#PANDA SUBRAT PRASAD#" userId="ec1adce1-cd14-42d8-8d91-b50f036fd8fb" providerId="ADAL" clId="{DB70D8F6-C9C6-50FD-B895-B38A97C4B83A}" dt="2026-04-09T01:22:08.739" v="5569" actId="478"/>
          <ac:spMkLst>
            <pc:docMk/>
            <pc:sldMk cId="1937030805" sldId="2134804523"/>
            <ac:spMk id="13" creationId="{29399B44-CAC5-DC28-0670-EE8904EFD8A1}"/>
          </ac:spMkLst>
        </pc:spChg>
        <pc:spChg chg="mod">
          <ac:chgData name="#PANDA SUBRAT PRASAD#" userId="ec1adce1-cd14-42d8-8d91-b50f036fd8fb" providerId="ADAL" clId="{DB70D8F6-C9C6-50FD-B895-B38A97C4B83A}" dt="2026-04-09T01:23:25.845" v="5595" actId="20577"/>
          <ac:spMkLst>
            <pc:docMk/>
            <pc:sldMk cId="1937030805" sldId="2134804523"/>
            <ac:spMk id="14" creationId="{25CCFB11-07CE-56E2-9B14-C8814215B192}"/>
          </ac:spMkLst>
        </pc:spChg>
        <pc:spChg chg="add mod">
          <ac:chgData name="#PANDA SUBRAT PRASAD#" userId="ec1adce1-cd14-42d8-8d91-b50f036fd8fb" providerId="ADAL" clId="{DB70D8F6-C9C6-50FD-B895-B38A97C4B83A}" dt="2026-04-09T01:26:38.080" v="5677" actId="164"/>
          <ac:spMkLst>
            <pc:docMk/>
            <pc:sldMk cId="1937030805" sldId="2134804523"/>
            <ac:spMk id="18" creationId="{2CC53637-6CB3-F6EC-54A0-F5475D1579D2}"/>
          </ac:spMkLst>
        </pc:spChg>
        <pc:spChg chg="add mod">
          <ac:chgData name="#PANDA SUBRAT PRASAD#" userId="ec1adce1-cd14-42d8-8d91-b50f036fd8fb" providerId="ADAL" clId="{DB70D8F6-C9C6-50FD-B895-B38A97C4B83A}" dt="2026-04-09T01:26:38.080" v="5677" actId="164"/>
          <ac:spMkLst>
            <pc:docMk/>
            <pc:sldMk cId="1937030805" sldId="2134804523"/>
            <ac:spMk id="19" creationId="{DCB23A1C-8C36-697C-D367-6EE22F778678}"/>
          </ac:spMkLst>
        </pc:spChg>
        <pc:spChg chg="add mod">
          <ac:chgData name="#PANDA SUBRAT PRASAD#" userId="ec1adce1-cd14-42d8-8d91-b50f036fd8fb" providerId="ADAL" clId="{DB70D8F6-C9C6-50FD-B895-B38A97C4B83A}" dt="2026-04-09T01:26:38.080" v="5677" actId="164"/>
          <ac:spMkLst>
            <pc:docMk/>
            <pc:sldMk cId="1937030805" sldId="2134804523"/>
            <ac:spMk id="20" creationId="{BF6BE29E-F9A6-F924-4DC9-28A6E20A0C08}"/>
          </ac:spMkLst>
        </pc:spChg>
        <pc:spChg chg="add mod">
          <ac:chgData name="#PANDA SUBRAT PRASAD#" userId="ec1adce1-cd14-42d8-8d91-b50f036fd8fb" providerId="ADAL" clId="{DB70D8F6-C9C6-50FD-B895-B38A97C4B83A}" dt="2026-04-09T01:27:11.675" v="5686" actId="164"/>
          <ac:spMkLst>
            <pc:docMk/>
            <pc:sldMk cId="1937030805" sldId="2134804523"/>
            <ac:spMk id="21" creationId="{6373F3E2-505F-ACDD-A6D3-1A878572DE35}"/>
          </ac:spMkLst>
        </pc:spChg>
        <pc:spChg chg="mod">
          <ac:chgData name="#PANDA SUBRAT PRASAD#" userId="ec1adce1-cd14-42d8-8d91-b50f036fd8fb" providerId="ADAL" clId="{DB70D8F6-C9C6-50FD-B895-B38A97C4B83A}" dt="2026-04-09T01:26:12.886" v="5676" actId="1035"/>
          <ac:spMkLst>
            <pc:docMk/>
            <pc:sldMk cId="1937030805" sldId="2134804523"/>
            <ac:spMk id="24" creationId="{CE864088-74AC-7F90-8013-A155D2AB9992}"/>
          </ac:spMkLst>
        </pc:spChg>
        <pc:spChg chg="add mod">
          <ac:chgData name="#PANDA SUBRAT PRASAD#" userId="ec1adce1-cd14-42d8-8d91-b50f036fd8fb" providerId="ADAL" clId="{DB70D8F6-C9C6-50FD-B895-B38A97C4B83A}" dt="2026-04-09T01:27:11.675" v="5686" actId="164"/>
          <ac:spMkLst>
            <pc:docMk/>
            <pc:sldMk cId="1937030805" sldId="2134804523"/>
            <ac:spMk id="25" creationId="{C8D9C3D0-1401-2365-1D60-CA92F2C2D0FE}"/>
          </ac:spMkLst>
        </pc:spChg>
        <pc:spChg chg="add mod">
          <ac:chgData name="#PANDA SUBRAT PRASAD#" userId="ec1adce1-cd14-42d8-8d91-b50f036fd8fb" providerId="ADAL" clId="{DB70D8F6-C9C6-50FD-B895-B38A97C4B83A}" dt="2026-04-09T01:27:11.675" v="5686" actId="164"/>
          <ac:spMkLst>
            <pc:docMk/>
            <pc:sldMk cId="1937030805" sldId="2134804523"/>
            <ac:spMk id="26" creationId="{1DC03A96-A91D-7A96-878D-AA90298E333E}"/>
          </ac:spMkLst>
        </pc:spChg>
        <pc:spChg chg="add mod">
          <ac:chgData name="#PANDA SUBRAT PRASAD#" userId="ec1adce1-cd14-42d8-8d91-b50f036fd8fb" providerId="ADAL" clId="{DB70D8F6-C9C6-50FD-B895-B38A97C4B83A}" dt="2026-04-09T01:28:22.766" v="5722" actId="164"/>
          <ac:spMkLst>
            <pc:docMk/>
            <pc:sldMk cId="1937030805" sldId="2134804523"/>
            <ac:spMk id="30" creationId="{72BD9E6C-66AB-CDE9-00D4-241E143132F7}"/>
          </ac:spMkLst>
        </pc:spChg>
        <pc:spChg chg="del mod">
          <ac:chgData name="#PANDA SUBRAT PRASAD#" userId="ec1adce1-cd14-42d8-8d91-b50f036fd8fb" providerId="ADAL" clId="{DB70D8F6-C9C6-50FD-B895-B38A97C4B83A}" dt="2026-04-09T01:20:06.827" v="5517" actId="478"/>
          <ac:spMkLst>
            <pc:docMk/>
            <pc:sldMk cId="1937030805" sldId="2134804523"/>
            <ac:spMk id="45" creationId="{2B4E02A7-C483-A752-A69C-AE279B32ACFA}"/>
          </ac:spMkLst>
        </pc:spChg>
        <pc:spChg chg="mod">
          <ac:chgData name="#PANDA SUBRAT PRASAD#" userId="ec1adce1-cd14-42d8-8d91-b50f036fd8fb" providerId="ADAL" clId="{DB70D8F6-C9C6-50FD-B895-B38A97C4B83A}" dt="2026-04-07T16:39:10.919" v="4618" actId="164"/>
          <ac:spMkLst>
            <pc:docMk/>
            <pc:sldMk cId="1937030805" sldId="2134804523"/>
            <ac:spMk id="60" creationId="{5D44AFF5-5819-4D3A-97A9-514A3C2F7277}"/>
          </ac:spMkLst>
        </pc:spChg>
        <pc:spChg chg="mod">
          <ac:chgData name="#PANDA SUBRAT PRASAD#" userId="ec1adce1-cd14-42d8-8d91-b50f036fd8fb" providerId="ADAL" clId="{DB70D8F6-C9C6-50FD-B895-B38A97C4B83A}" dt="2026-04-09T01:27:22.518" v="5695" actId="1076"/>
          <ac:spMkLst>
            <pc:docMk/>
            <pc:sldMk cId="1937030805" sldId="2134804523"/>
            <ac:spMk id="65" creationId="{EB21A191-6F3A-DA06-6CD2-413CDD65A3D5}"/>
          </ac:spMkLst>
        </pc:spChg>
        <pc:grpChg chg="mod">
          <ac:chgData name="#PANDA SUBRAT PRASAD#" userId="ec1adce1-cd14-42d8-8d91-b50f036fd8fb" providerId="ADAL" clId="{DB70D8F6-C9C6-50FD-B895-B38A97C4B83A}" dt="2026-04-09T01:26:38.080" v="5677" actId="164"/>
          <ac:grpSpMkLst>
            <pc:docMk/>
            <pc:sldMk cId="1937030805" sldId="2134804523"/>
            <ac:grpSpMk id="2" creationId="{4F58EAEE-1731-271A-D2BB-120784BDFD92}"/>
          </ac:grpSpMkLst>
        </pc:grpChg>
        <pc:grpChg chg="add mod">
          <ac:chgData name="#PANDA SUBRAT PRASAD#" userId="ec1adce1-cd14-42d8-8d91-b50f036fd8fb" providerId="ADAL" clId="{DB70D8F6-C9C6-50FD-B895-B38A97C4B83A}" dt="2026-04-09T01:27:11.675" v="5686" actId="164"/>
          <ac:grpSpMkLst>
            <pc:docMk/>
            <pc:sldMk cId="1937030805" sldId="2134804523"/>
            <ac:grpSpMk id="22" creationId="{F1E15F81-E9E0-BF76-7B83-5BB90F3A38F1}"/>
          </ac:grpSpMkLst>
        </pc:grpChg>
        <pc:grpChg chg="add mod">
          <ac:chgData name="#PANDA SUBRAT PRASAD#" userId="ec1adce1-cd14-42d8-8d91-b50f036fd8fb" providerId="ADAL" clId="{DB70D8F6-C9C6-50FD-B895-B38A97C4B83A}" dt="2026-04-09T10:26:06.248" v="6018" actId="1036"/>
          <ac:grpSpMkLst>
            <pc:docMk/>
            <pc:sldMk cId="1937030805" sldId="2134804523"/>
            <ac:grpSpMk id="27" creationId="{D6191989-1738-AAD7-39FF-E956F74D9FAA}"/>
          </ac:grpSpMkLst>
        </pc:grpChg>
        <pc:grpChg chg="add mod">
          <ac:chgData name="#PANDA SUBRAT PRASAD#" userId="ec1adce1-cd14-42d8-8d91-b50f036fd8fb" providerId="ADAL" clId="{DB70D8F6-C9C6-50FD-B895-B38A97C4B83A}" dt="2026-04-09T01:28:22.766" v="5722" actId="164"/>
          <ac:grpSpMkLst>
            <pc:docMk/>
            <pc:sldMk cId="1937030805" sldId="2134804523"/>
            <ac:grpSpMk id="28" creationId="{565960B1-0027-4904-7524-64E90E8BDA91}"/>
          </ac:grpSpMkLst>
        </pc:grpChg>
        <pc:grpChg chg="add mod">
          <ac:chgData name="#PANDA SUBRAT PRASAD#" userId="ec1adce1-cd14-42d8-8d91-b50f036fd8fb" providerId="ADAL" clId="{DB70D8F6-C9C6-50FD-B895-B38A97C4B83A}" dt="2026-04-09T10:25:48.962" v="6012" actId="1035"/>
          <ac:grpSpMkLst>
            <pc:docMk/>
            <pc:sldMk cId="1937030805" sldId="2134804523"/>
            <ac:grpSpMk id="31" creationId="{D71EFEC3-9A81-8F6D-09EE-155DC17D8430}"/>
          </ac:grpSpMkLst>
        </pc:grpChg>
        <pc:picChg chg="mod">
          <ac:chgData name="#PANDA SUBRAT PRASAD#" userId="ec1adce1-cd14-42d8-8d91-b50f036fd8fb" providerId="ADAL" clId="{DB70D8F6-C9C6-50FD-B895-B38A97C4B83A}" dt="2026-04-09T01:22:27.257" v="5576" actId="1076"/>
          <ac:picMkLst>
            <pc:docMk/>
            <pc:sldMk cId="1937030805" sldId="2134804523"/>
            <ac:picMk id="51" creationId="{E47626D6-AAF2-FAA0-CB61-FA0309072AA9}"/>
          </ac:picMkLst>
        </pc:picChg>
        <pc:picChg chg="mod">
          <ac:chgData name="#PANDA SUBRAT PRASAD#" userId="ec1adce1-cd14-42d8-8d91-b50f036fd8fb" providerId="ADAL" clId="{DB70D8F6-C9C6-50FD-B895-B38A97C4B83A}" dt="2026-04-07T16:39:10.919" v="4618" actId="164"/>
          <ac:picMkLst>
            <pc:docMk/>
            <pc:sldMk cId="1937030805" sldId="2134804523"/>
            <ac:picMk id="52" creationId="{4C58770B-3F0B-1420-F234-2C91C1A45DD9}"/>
          </ac:picMkLst>
        </pc:picChg>
        <pc:picChg chg="mod">
          <ac:chgData name="#PANDA SUBRAT PRASAD#" userId="ec1adce1-cd14-42d8-8d91-b50f036fd8fb" providerId="ADAL" clId="{DB70D8F6-C9C6-50FD-B895-B38A97C4B83A}" dt="2026-04-07T16:39:10.919" v="4618" actId="164"/>
          <ac:picMkLst>
            <pc:docMk/>
            <pc:sldMk cId="1937030805" sldId="2134804523"/>
            <ac:picMk id="53" creationId="{059A0124-BA1A-AC02-6281-2E02DE565878}"/>
          </ac:picMkLst>
        </pc:picChg>
        <pc:picChg chg="mod">
          <ac:chgData name="#PANDA SUBRAT PRASAD#" userId="ec1adce1-cd14-42d8-8d91-b50f036fd8fb" providerId="ADAL" clId="{DB70D8F6-C9C6-50FD-B895-B38A97C4B83A}" dt="2026-04-07T16:39:10.919" v="4618" actId="164"/>
          <ac:picMkLst>
            <pc:docMk/>
            <pc:sldMk cId="1937030805" sldId="2134804523"/>
            <ac:picMk id="54" creationId="{B2A1D275-5CBE-82BC-A854-C2587E27A354}"/>
          </ac:picMkLst>
        </pc:picChg>
        <pc:cxnChg chg="mod">
          <ac:chgData name="#PANDA SUBRAT PRASAD#" userId="ec1adce1-cd14-42d8-8d91-b50f036fd8fb" providerId="ADAL" clId="{DB70D8F6-C9C6-50FD-B895-B38A97C4B83A}" dt="2026-04-09T01:24:29.612" v="5597"/>
          <ac:cxnSpMkLst>
            <pc:docMk/>
            <pc:sldMk cId="1937030805" sldId="2134804523"/>
            <ac:cxnSpMk id="23" creationId="{867EB223-E0BB-24A1-D1EE-9CA2210226B4}"/>
          </ac:cxnSpMkLst>
        </pc:cxnChg>
        <pc:cxnChg chg="add mod">
          <ac:chgData name="#PANDA SUBRAT PRASAD#" userId="ec1adce1-cd14-42d8-8d91-b50f036fd8fb" providerId="ADAL" clId="{DB70D8F6-C9C6-50FD-B895-B38A97C4B83A}" dt="2026-04-09T01:28:22.766" v="5722" actId="164"/>
          <ac:cxnSpMkLst>
            <pc:docMk/>
            <pc:sldMk cId="1937030805" sldId="2134804523"/>
            <ac:cxnSpMk id="29" creationId="{445EEEA2-0159-4AF4-C83D-82F94BF00DE8}"/>
          </ac:cxnSpMkLst>
        </pc:cxnChg>
      </pc:sldChg>
      <pc:sldChg chg="modSp mod">
        <pc:chgData name="#PANDA SUBRAT PRASAD#" userId="ec1adce1-cd14-42d8-8d91-b50f036fd8fb" providerId="ADAL" clId="{DB70D8F6-C9C6-50FD-B895-B38A97C4B83A}" dt="2026-04-10T01:25:19.429" v="11683" actId="692"/>
        <pc:sldMkLst>
          <pc:docMk/>
          <pc:sldMk cId="3664784328" sldId="2134804524"/>
        </pc:sldMkLst>
        <pc:spChg chg="mod">
          <ac:chgData name="#PANDA SUBRAT PRASAD#" userId="ec1adce1-cd14-42d8-8d91-b50f036fd8fb" providerId="ADAL" clId="{DB70D8F6-C9C6-50FD-B895-B38A97C4B83A}" dt="2026-04-10T01:22:03.055" v="11682" actId="14100"/>
          <ac:spMkLst>
            <pc:docMk/>
            <pc:sldMk cId="3664784328" sldId="2134804524"/>
            <ac:spMk id="6" creationId="{3E9DD1E4-A9BE-A11C-F457-4639E2FDC72C}"/>
          </ac:spMkLst>
        </pc:spChg>
        <pc:picChg chg="mod">
          <ac:chgData name="#PANDA SUBRAT PRASAD#" userId="ec1adce1-cd14-42d8-8d91-b50f036fd8fb" providerId="ADAL" clId="{DB70D8F6-C9C6-50FD-B895-B38A97C4B83A}" dt="2026-04-10T01:25:19.429" v="11683" actId="692"/>
          <ac:picMkLst>
            <pc:docMk/>
            <pc:sldMk cId="3664784328" sldId="2134804524"/>
            <ac:picMk id="34" creationId="{07D92388-BDB4-CAB7-6315-551CB23315EF}"/>
          </ac:picMkLst>
        </pc:picChg>
      </pc:sldChg>
      <pc:sldChg chg="modSp mod">
        <pc:chgData name="#PANDA SUBRAT PRASAD#" userId="ec1adce1-cd14-42d8-8d91-b50f036fd8fb" providerId="ADAL" clId="{DB70D8F6-C9C6-50FD-B895-B38A97C4B83A}" dt="2026-04-10T05:11:06.325" v="13663"/>
        <pc:sldMkLst>
          <pc:docMk/>
          <pc:sldMk cId="2813588505" sldId="2134804526"/>
        </pc:sldMkLst>
        <pc:spChg chg="mod">
          <ac:chgData name="#PANDA SUBRAT PRASAD#" userId="ec1adce1-cd14-42d8-8d91-b50f036fd8fb" providerId="ADAL" clId="{DB70D8F6-C9C6-50FD-B895-B38A97C4B83A}" dt="2026-04-10T05:11:06.325" v="13663"/>
          <ac:spMkLst>
            <pc:docMk/>
            <pc:sldMk cId="2813588505" sldId="2134804526"/>
            <ac:spMk id="6" creationId="{412B2126-EDCF-5A33-81F3-26EFC7CAEE69}"/>
          </ac:spMkLst>
        </pc:spChg>
        <pc:picChg chg="mod">
          <ac:chgData name="#PANDA SUBRAT PRASAD#" userId="ec1adce1-cd14-42d8-8d91-b50f036fd8fb" providerId="ADAL" clId="{DB70D8F6-C9C6-50FD-B895-B38A97C4B83A}" dt="2026-04-10T03:09:10.300" v="13461" actId="1076"/>
          <ac:picMkLst>
            <pc:docMk/>
            <pc:sldMk cId="2813588505" sldId="2134804526"/>
            <ac:picMk id="5" creationId="{ECA12EA9-93A5-6A49-D46C-B9C8EEE0842F}"/>
          </ac:picMkLst>
        </pc:picChg>
      </pc:sldChg>
      <pc:sldChg chg="modSp mod">
        <pc:chgData name="#PANDA SUBRAT PRASAD#" userId="ec1adce1-cd14-42d8-8d91-b50f036fd8fb" providerId="ADAL" clId="{DB70D8F6-C9C6-50FD-B895-B38A97C4B83A}" dt="2026-04-10T01:54:10.332" v="12539" actId="207"/>
        <pc:sldMkLst>
          <pc:docMk/>
          <pc:sldMk cId="4061433977" sldId="2134804527"/>
        </pc:sldMkLst>
        <pc:spChg chg="mod">
          <ac:chgData name="#PANDA SUBRAT PRASAD#" userId="ec1adce1-cd14-42d8-8d91-b50f036fd8fb" providerId="ADAL" clId="{DB70D8F6-C9C6-50FD-B895-B38A97C4B83A}" dt="2026-04-10T01:54:10.332" v="12539" actId="207"/>
          <ac:spMkLst>
            <pc:docMk/>
            <pc:sldMk cId="4061433977" sldId="2134804527"/>
            <ac:spMk id="6" creationId="{496A75AE-8B6C-5945-1262-7112F0614079}"/>
          </ac:spMkLst>
        </pc:spChg>
      </pc:sldChg>
      <pc:sldChg chg="mod modShow">
        <pc:chgData name="#PANDA SUBRAT PRASAD#" userId="ec1adce1-cd14-42d8-8d91-b50f036fd8fb" providerId="ADAL" clId="{DB70D8F6-C9C6-50FD-B895-B38A97C4B83A}" dt="2026-04-09T14:30:42.989" v="7623" actId="729"/>
        <pc:sldMkLst>
          <pc:docMk/>
          <pc:sldMk cId="2765113857" sldId="2134804529"/>
        </pc:sldMkLst>
      </pc:sldChg>
      <pc:sldChg chg="addSp delSp modSp mod modAnim">
        <pc:chgData name="#PANDA SUBRAT PRASAD#" userId="ec1adce1-cd14-42d8-8d91-b50f036fd8fb" providerId="ADAL" clId="{DB70D8F6-C9C6-50FD-B895-B38A97C4B83A}" dt="2026-04-10T02:14:13.786" v="12551" actId="21"/>
        <pc:sldMkLst>
          <pc:docMk/>
          <pc:sldMk cId="1922226911" sldId="2134804530"/>
        </pc:sldMkLst>
        <pc:spChg chg="mod">
          <ac:chgData name="#PANDA SUBRAT PRASAD#" userId="ec1adce1-cd14-42d8-8d91-b50f036fd8fb" providerId="ADAL" clId="{DB70D8F6-C9C6-50FD-B895-B38A97C4B83A}" dt="2026-04-09T15:29:35.688" v="9142" actId="20577"/>
          <ac:spMkLst>
            <pc:docMk/>
            <pc:sldMk cId="1922226911" sldId="2134804530"/>
            <ac:spMk id="2" creationId="{C03FA4F4-8FD7-3DAD-23D8-6822400229F2}"/>
          </ac:spMkLst>
        </pc:spChg>
        <pc:spChg chg="add del mod">
          <ac:chgData name="#PANDA SUBRAT PRASAD#" userId="ec1adce1-cd14-42d8-8d91-b50f036fd8fb" providerId="ADAL" clId="{DB70D8F6-C9C6-50FD-B895-B38A97C4B83A}" dt="2026-04-10T02:14:05.635" v="12548" actId="21"/>
          <ac:spMkLst>
            <pc:docMk/>
            <pc:sldMk cId="1922226911" sldId="2134804530"/>
            <ac:spMk id="3" creationId="{16B74337-745E-788D-5DA2-06D4ABB7BBDB}"/>
          </ac:spMkLst>
        </pc:spChg>
        <pc:spChg chg="del mod">
          <ac:chgData name="#PANDA SUBRAT PRASAD#" userId="ec1adce1-cd14-42d8-8d91-b50f036fd8fb" providerId="ADAL" clId="{DB70D8F6-C9C6-50FD-B895-B38A97C4B83A}" dt="2026-04-09T15:26:17.889" v="9006" actId="478"/>
          <ac:spMkLst>
            <pc:docMk/>
            <pc:sldMk cId="1922226911" sldId="2134804530"/>
            <ac:spMk id="3" creationId="{E91CD99C-461C-D7E8-E2F3-A786C1C9EB9B}"/>
          </ac:spMkLst>
        </pc:spChg>
        <pc:spChg chg="add mod">
          <ac:chgData name="#PANDA SUBRAT PRASAD#" userId="ec1adce1-cd14-42d8-8d91-b50f036fd8fb" providerId="ADAL" clId="{DB70D8F6-C9C6-50FD-B895-B38A97C4B83A}" dt="2026-04-09T15:30:38.699" v="9153" actId="113"/>
          <ac:spMkLst>
            <pc:docMk/>
            <pc:sldMk cId="1922226911" sldId="2134804530"/>
            <ac:spMk id="4" creationId="{FB4E2116-E1DC-AB7C-A526-7510F5F74DC2}"/>
          </ac:spMkLst>
        </pc:spChg>
        <pc:spChg chg="add del mod">
          <ac:chgData name="#PANDA SUBRAT PRASAD#" userId="ec1adce1-cd14-42d8-8d91-b50f036fd8fb" providerId="ADAL" clId="{DB70D8F6-C9C6-50FD-B895-B38A97C4B83A}" dt="2026-04-09T15:31:13.385" v="9156"/>
          <ac:spMkLst>
            <pc:docMk/>
            <pc:sldMk cId="1922226911" sldId="2134804530"/>
            <ac:spMk id="5" creationId="{B83AC483-EC4D-6FB0-544E-6F3300848FF3}"/>
          </ac:spMkLst>
        </pc:spChg>
        <pc:spChg chg="add mod">
          <ac:chgData name="#PANDA SUBRAT PRASAD#" userId="ec1adce1-cd14-42d8-8d91-b50f036fd8fb" providerId="ADAL" clId="{DB70D8F6-C9C6-50FD-B895-B38A97C4B83A}" dt="2026-04-09T15:38:50.044" v="9449" actId="14100"/>
          <ac:spMkLst>
            <pc:docMk/>
            <pc:sldMk cId="1922226911" sldId="2134804530"/>
            <ac:spMk id="6" creationId="{F28F547A-C13D-73A4-9DCC-BE2BB67DC545}"/>
          </ac:spMkLst>
        </pc:spChg>
        <pc:spChg chg="add mod">
          <ac:chgData name="#PANDA SUBRAT PRASAD#" userId="ec1adce1-cd14-42d8-8d91-b50f036fd8fb" providerId="ADAL" clId="{DB70D8F6-C9C6-50FD-B895-B38A97C4B83A}" dt="2026-04-09T15:33:17.052" v="9239" actId="20577"/>
          <ac:spMkLst>
            <pc:docMk/>
            <pc:sldMk cId="1922226911" sldId="2134804530"/>
            <ac:spMk id="7" creationId="{67C6C22B-0FAE-7CF6-C89B-F8E18B43C97A}"/>
          </ac:spMkLst>
        </pc:spChg>
        <pc:spChg chg="add mod">
          <ac:chgData name="#PANDA SUBRAT PRASAD#" userId="ec1adce1-cd14-42d8-8d91-b50f036fd8fb" providerId="ADAL" clId="{DB70D8F6-C9C6-50FD-B895-B38A97C4B83A}" dt="2026-04-09T15:38:57.270" v="9451" actId="14100"/>
          <ac:spMkLst>
            <pc:docMk/>
            <pc:sldMk cId="1922226911" sldId="2134804530"/>
            <ac:spMk id="8" creationId="{40ED2C66-C051-CA7C-EC8D-9FC72680912C}"/>
          </ac:spMkLst>
        </pc:spChg>
        <pc:spChg chg="add mod">
          <ac:chgData name="#PANDA SUBRAT PRASAD#" userId="ec1adce1-cd14-42d8-8d91-b50f036fd8fb" providerId="ADAL" clId="{DB70D8F6-C9C6-50FD-B895-B38A97C4B83A}" dt="2026-04-09T15:39:14.751" v="9456" actId="1076"/>
          <ac:spMkLst>
            <pc:docMk/>
            <pc:sldMk cId="1922226911" sldId="2134804530"/>
            <ac:spMk id="9" creationId="{02C8F3F3-8016-CE4D-BB16-6D206B8A63F5}"/>
          </ac:spMkLst>
        </pc:spChg>
        <pc:spChg chg="add mod">
          <ac:chgData name="#PANDA SUBRAT PRASAD#" userId="ec1adce1-cd14-42d8-8d91-b50f036fd8fb" providerId="ADAL" clId="{DB70D8F6-C9C6-50FD-B895-B38A97C4B83A}" dt="2026-04-09T15:39:03.166" v="9453" actId="14100"/>
          <ac:spMkLst>
            <pc:docMk/>
            <pc:sldMk cId="1922226911" sldId="2134804530"/>
            <ac:spMk id="10" creationId="{9050EAEA-931B-93BB-BD82-1428EE879267}"/>
          </ac:spMkLst>
        </pc:spChg>
        <pc:spChg chg="add mod">
          <ac:chgData name="#PANDA SUBRAT PRASAD#" userId="ec1adce1-cd14-42d8-8d91-b50f036fd8fb" providerId="ADAL" clId="{DB70D8F6-C9C6-50FD-B895-B38A97C4B83A}" dt="2026-04-09T15:39:46.727" v="9464" actId="20577"/>
          <ac:spMkLst>
            <pc:docMk/>
            <pc:sldMk cId="1922226911" sldId="2134804530"/>
            <ac:spMk id="11" creationId="{E252C1B8-531D-5E25-7594-6CF589CE3D0C}"/>
          </ac:spMkLst>
        </pc:spChg>
        <pc:spChg chg="add mod">
          <ac:chgData name="#PANDA SUBRAT PRASAD#" userId="ec1adce1-cd14-42d8-8d91-b50f036fd8fb" providerId="ADAL" clId="{DB70D8F6-C9C6-50FD-B895-B38A97C4B83A}" dt="2026-04-09T15:41:45.668" v="9539" actId="1076"/>
          <ac:spMkLst>
            <pc:docMk/>
            <pc:sldMk cId="1922226911" sldId="2134804530"/>
            <ac:spMk id="12" creationId="{50DC5EC8-A288-97C3-6D8B-800DF023D6C6}"/>
          </ac:spMkLst>
        </pc:spChg>
        <pc:spChg chg="add mod">
          <ac:chgData name="#PANDA SUBRAT PRASAD#" userId="ec1adce1-cd14-42d8-8d91-b50f036fd8fb" providerId="ADAL" clId="{DB70D8F6-C9C6-50FD-B895-B38A97C4B83A}" dt="2026-04-09T15:39:24.903" v="9458" actId="1076"/>
          <ac:spMkLst>
            <pc:docMk/>
            <pc:sldMk cId="1922226911" sldId="2134804530"/>
            <ac:spMk id="13" creationId="{1F6D1BCA-1E68-108D-B104-5BF9485E5B7B}"/>
          </ac:spMkLst>
        </pc:spChg>
        <pc:spChg chg="add mod">
          <ac:chgData name="#PANDA SUBRAT PRASAD#" userId="ec1adce1-cd14-42d8-8d91-b50f036fd8fb" providerId="ADAL" clId="{DB70D8F6-C9C6-50FD-B895-B38A97C4B83A}" dt="2026-04-09T15:39:09.572" v="9455" actId="14100"/>
          <ac:spMkLst>
            <pc:docMk/>
            <pc:sldMk cId="1922226911" sldId="2134804530"/>
            <ac:spMk id="14" creationId="{7ECA550B-A784-E54D-4808-E20A21CE60B5}"/>
          </ac:spMkLst>
        </pc:spChg>
        <pc:spChg chg="add mod">
          <ac:chgData name="#PANDA SUBRAT PRASAD#" userId="ec1adce1-cd14-42d8-8d91-b50f036fd8fb" providerId="ADAL" clId="{DB70D8F6-C9C6-50FD-B895-B38A97C4B83A}" dt="2026-04-09T15:42:06.696" v="9543" actId="113"/>
          <ac:spMkLst>
            <pc:docMk/>
            <pc:sldMk cId="1922226911" sldId="2134804530"/>
            <ac:spMk id="15" creationId="{15C0E40B-00AE-8B11-9080-CBF572DCC65E}"/>
          </ac:spMkLst>
        </pc:spChg>
        <pc:picChg chg="add del mod">
          <ac:chgData name="#PANDA SUBRAT PRASAD#" userId="ec1adce1-cd14-42d8-8d91-b50f036fd8fb" providerId="ADAL" clId="{DB70D8F6-C9C6-50FD-B895-B38A97C4B83A}" dt="2026-04-10T02:14:13.786" v="12551" actId="21"/>
          <ac:picMkLst>
            <pc:docMk/>
            <pc:sldMk cId="1922226911" sldId="2134804530"/>
            <ac:picMk id="5" creationId="{742D28AF-FC72-CA2C-952B-D93497C30959}"/>
          </ac:picMkLst>
        </pc:picChg>
      </pc:sldChg>
      <pc:sldChg chg="ord">
        <pc:chgData name="#PANDA SUBRAT PRASAD#" userId="ec1adce1-cd14-42d8-8d91-b50f036fd8fb" providerId="ADAL" clId="{DB70D8F6-C9C6-50FD-B895-B38A97C4B83A}" dt="2026-04-09T10:18:44.417" v="5933" actId="20578"/>
        <pc:sldMkLst>
          <pc:docMk/>
          <pc:sldMk cId="1211515407" sldId="2134804531"/>
        </pc:sldMkLst>
      </pc:sldChg>
      <pc:sldChg chg="addSp modSp add mod">
        <pc:chgData name="#PANDA SUBRAT PRASAD#" userId="ec1adce1-cd14-42d8-8d91-b50f036fd8fb" providerId="ADAL" clId="{DB70D8F6-C9C6-50FD-B895-B38A97C4B83A}" dt="2026-04-10T02:29:44.829" v="13037" actId="113"/>
        <pc:sldMkLst>
          <pc:docMk/>
          <pc:sldMk cId="2290359807" sldId="2134804533"/>
        </pc:sldMkLst>
        <pc:spChg chg="mod">
          <ac:chgData name="#PANDA SUBRAT PRASAD#" userId="ec1adce1-cd14-42d8-8d91-b50f036fd8fb" providerId="ADAL" clId="{DB70D8F6-C9C6-50FD-B895-B38A97C4B83A}" dt="2026-04-09T17:59:43.760" v="10964" actId="20577"/>
          <ac:spMkLst>
            <pc:docMk/>
            <pc:sldMk cId="2290359807" sldId="2134804533"/>
            <ac:spMk id="2" creationId="{89FE6F07-1360-AA17-32D4-8F92AA493B80}"/>
          </ac:spMkLst>
        </pc:spChg>
        <pc:spChg chg="add mod">
          <ac:chgData name="#PANDA SUBRAT PRASAD#" userId="ec1adce1-cd14-42d8-8d91-b50f036fd8fb" providerId="ADAL" clId="{DB70D8F6-C9C6-50FD-B895-B38A97C4B83A}" dt="2026-04-10T02:23:59.622" v="12816" actId="1076"/>
          <ac:spMkLst>
            <pc:docMk/>
            <pc:sldMk cId="2290359807" sldId="2134804533"/>
            <ac:spMk id="3" creationId="{D85AD743-4FDA-C145-4299-8BDD88416A3C}"/>
          </ac:spMkLst>
        </pc:spChg>
        <pc:spChg chg="mod">
          <ac:chgData name="#PANDA SUBRAT PRASAD#" userId="ec1adce1-cd14-42d8-8d91-b50f036fd8fb" providerId="ADAL" clId="{DB70D8F6-C9C6-50FD-B895-B38A97C4B83A}" dt="2026-04-10T02:29:44.829" v="13037" actId="113"/>
          <ac:spMkLst>
            <pc:docMk/>
            <pc:sldMk cId="2290359807" sldId="2134804533"/>
            <ac:spMk id="6" creationId="{7785FD2F-0C59-9F90-8306-48482D3380D0}"/>
          </ac:spMkLst>
        </pc:spChg>
        <pc:spChg chg="mod">
          <ac:chgData name="#PANDA SUBRAT PRASAD#" userId="ec1adce1-cd14-42d8-8d91-b50f036fd8fb" providerId="ADAL" clId="{DB70D8F6-C9C6-50FD-B895-B38A97C4B83A}" dt="2026-04-09T14:58:22.704" v="8160" actId="20577"/>
          <ac:spMkLst>
            <pc:docMk/>
            <pc:sldMk cId="2290359807" sldId="2134804533"/>
            <ac:spMk id="9" creationId="{F01540F1-58C5-DEBA-9904-3176DEBE2DE2}"/>
          </ac:spMkLst>
        </pc:spChg>
        <pc:spChg chg="mod">
          <ac:chgData name="#PANDA SUBRAT PRASAD#" userId="ec1adce1-cd14-42d8-8d91-b50f036fd8fb" providerId="ADAL" clId="{DB70D8F6-C9C6-50FD-B895-B38A97C4B83A}" dt="2026-04-09T14:58:43.720" v="8190" actId="1036"/>
          <ac:spMkLst>
            <pc:docMk/>
            <pc:sldMk cId="2290359807" sldId="2134804533"/>
            <ac:spMk id="11" creationId="{CB94BDE4-1EF1-5CE4-3FAC-A9CC611AC737}"/>
          </ac:spMkLst>
        </pc:spChg>
        <pc:spChg chg="mod">
          <ac:chgData name="#PANDA SUBRAT PRASAD#" userId="ec1adce1-cd14-42d8-8d91-b50f036fd8fb" providerId="ADAL" clId="{DB70D8F6-C9C6-50FD-B895-B38A97C4B83A}" dt="2026-04-09T14:59:05.630" v="8192" actId="20577"/>
          <ac:spMkLst>
            <pc:docMk/>
            <pc:sldMk cId="2290359807" sldId="2134804533"/>
            <ac:spMk id="12" creationId="{DCF3A94E-D7DA-870E-DDBB-C8329FF04AE8}"/>
          </ac:spMkLst>
        </pc:spChg>
        <pc:spChg chg="mod">
          <ac:chgData name="#PANDA SUBRAT PRASAD#" userId="ec1adce1-cd14-42d8-8d91-b50f036fd8fb" providerId="ADAL" clId="{DB70D8F6-C9C6-50FD-B895-B38A97C4B83A}" dt="2026-04-09T14:58:35.691" v="8179" actId="20577"/>
          <ac:spMkLst>
            <pc:docMk/>
            <pc:sldMk cId="2290359807" sldId="2134804533"/>
            <ac:spMk id="13" creationId="{25027D01-1A9A-384C-082A-7AFF32606BFD}"/>
          </ac:spMkLst>
        </pc:spChg>
        <pc:spChg chg="mod">
          <ac:chgData name="#PANDA SUBRAT PRASAD#" userId="ec1adce1-cd14-42d8-8d91-b50f036fd8fb" providerId="ADAL" clId="{DB70D8F6-C9C6-50FD-B895-B38A97C4B83A}" dt="2026-04-09T15:01:52.755" v="8319" actId="20577"/>
          <ac:spMkLst>
            <pc:docMk/>
            <pc:sldMk cId="2290359807" sldId="2134804533"/>
            <ac:spMk id="16" creationId="{DEE05178-D5D3-9254-0B9D-0CAF283684C6}"/>
          </ac:spMkLst>
        </pc:spChg>
        <pc:graphicFrameChg chg="modGraphic">
          <ac:chgData name="#PANDA SUBRAT PRASAD#" userId="ec1adce1-cd14-42d8-8d91-b50f036fd8fb" providerId="ADAL" clId="{DB70D8F6-C9C6-50FD-B895-B38A97C4B83A}" dt="2026-04-10T02:29:04.874" v="13028" actId="20577"/>
          <ac:graphicFrameMkLst>
            <pc:docMk/>
            <pc:sldMk cId="2290359807" sldId="2134804533"/>
            <ac:graphicFrameMk id="4" creationId="{BB6C7818-B9E1-8F5A-6626-AFADAAC25B07}"/>
          </ac:graphicFrameMkLst>
        </pc:graphicFrameChg>
      </pc:sldChg>
      <pc:sldChg chg="modSp new mod">
        <pc:chgData name="#PANDA SUBRAT PRASAD#" userId="ec1adce1-cd14-42d8-8d91-b50f036fd8fb" providerId="ADAL" clId="{DB70D8F6-C9C6-50FD-B895-B38A97C4B83A}" dt="2026-04-09T18:00:52.423" v="11042" actId="1076"/>
        <pc:sldMkLst>
          <pc:docMk/>
          <pc:sldMk cId="962236814" sldId="2134804534"/>
        </pc:sldMkLst>
        <pc:spChg chg="mod">
          <ac:chgData name="#PANDA SUBRAT PRASAD#" userId="ec1adce1-cd14-42d8-8d91-b50f036fd8fb" providerId="ADAL" clId="{DB70D8F6-C9C6-50FD-B895-B38A97C4B83A}" dt="2026-04-09T15:12:42.845" v="8968" actId="1076"/>
          <ac:spMkLst>
            <pc:docMk/>
            <pc:sldMk cId="962236814" sldId="2134804534"/>
            <ac:spMk id="2" creationId="{2860AD86-A283-869D-8B1D-A40EF4CF2D76}"/>
          </ac:spMkLst>
        </pc:spChg>
        <pc:spChg chg="mod">
          <ac:chgData name="#PANDA SUBRAT PRASAD#" userId="ec1adce1-cd14-42d8-8d91-b50f036fd8fb" providerId="ADAL" clId="{DB70D8F6-C9C6-50FD-B895-B38A97C4B83A}" dt="2026-04-09T18:00:52.423" v="11042" actId="1076"/>
          <ac:spMkLst>
            <pc:docMk/>
            <pc:sldMk cId="962236814" sldId="2134804534"/>
            <ac:spMk id="3" creationId="{BF3CF247-9FB5-20E2-6F32-701B29A33577}"/>
          </ac:spMkLst>
        </pc:spChg>
      </pc:sldChg>
      <pc:sldChg chg="modSp new del mod">
        <pc:chgData name="#PANDA SUBRAT PRASAD#" userId="ec1adce1-cd14-42d8-8d91-b50f036fd8fb" providerId="ADAL" clId="{DB70D8F6-C9C6-50FD-B895-B38A97C4B83A}" dt="2026-04-09T15:42:44.710" v="9544" actId="2696"/>
        <pc:sldMkLst>
          <pc:docMk/>
          <pc:sldMk cId="1021244526" sldId="2134804535"/>
        </pc:sldMkLst>
        <pc:spChg chg="mod">
          <ac:chgData name="#PANDA SUBRAT PRASAD#" userId="ec1adce1-cd14-42d8-8d91-b50f036fd8fb" providerId="ADAL" clId="{DB70D8F6-C9C6-50FD-B895-B38A97C4B83A}" dt="2026-04-09T15:12:52.447" v="8985" actId="20577"/>
          <ac:spMkLst>
            <pc:docMk/>
            <pc:sldMk cId="1021244526" sldId="2134804535"/>
            <ac:spMk id="2" creationId="{0DD6F68E-C752-2C44-9971-600AB3730DA5}"/>
          </ac:spMkLst>
        </pc:spChg>
      </pc:sldChg>
      <pc:sldChg chg="addSp delSp modSp add mod ord">
        <pc:chgData name="#PANDA SUBRAT PRASAD#" userId="ec1adce1-cd14-42d8-8d91-b50f036fd8fb" providerId="ADAL" clId="{DB70D8F6-C9C6-50FD-B895-B38A97C4B83A}" dt="2026-04-09T17:38:39.207" v="10829" actId="20577"/>
        <pc:sldMkLst>
          <pc:docMk/>
          <pc:sldMk cId="2273027325" sldId="2134804535"/>
        </pc:sldMkLst>
        <pc:spChg chg="mod">
          <ac:chgData name="#PANDA SUBRAT PRASAD#" userId="ec1adce1-cd14-42d8-8d91-b50f036fd8fb" providerId="ADAL" clId="{DB70D8F6-C9C6-50FD-B895-B38A97C4B83A}" dt="2026-04-09T15:42:55.613" v="9563" actId="20577"/>
          <ac:spMkLst>
            <pc:docMk/>
            <pc:sldMk cId="2273027325" sldId="2134804535"/>
            <ac:spMk id="2" creationId="{87572D80-1E39-642C-52A2-B2F533171E50}"/>
          </ac:spMkLst>
        </pc:spChg>
        <pc:spChg chg="add mod">
          <ac:chgData name="#PANDA SUBRAT PRASAD#" userId="ec1adce1-cd14-42d8-8d91-b50f036fd8fb" providerId="ADAL" clId="{DB70D8F6-C9C6-50FD-B895-B38A97C4B83A}" dt="2026-04-09T17:38:02.319" v="10810" actId="113"/>
          <ac:spMkLst>
            <pc:docMk/>
            <pc:sldMk cId="2273027325" sldId="2134804535"/>
            <ac:spMk id="3" creationId="{5B61B37C-1C2C-3D00-F94B-1C41D5CD7F3C}"/>
          </ac:spMkLst>
        </pc:spChg>
        <pc:spChg chg="del mod">
          <ac:chgData name="#PANDA SUBRAT PRASAD#" userId="ec1adce1-cd14-42d8-8d91-b50f036fd8fb" providerId="ADAL" clId="{DB70D8F6-C9C6-50FD-B895-B38A97C4B83A}" dt="2026-04-09T15:43:28.558" v="9598" actId="478"/>
          <ac:spMkLst>
            <pc:docMk/>
            <pc:sldMk cId="2273027325" sldId="2134804535"/>
            <ac:spMk id="4" creationId="{9239F131-44A8-A1EA-4C6F-AEAAD6D82F31}"/>
          </ac:spMkLst>
        </pc:spChg>
        <pc:spChg chg="add mod">
          <ac:chgData name="#PANDA SUBRAT PRASAD#" userId="ec1adce1-cd14-42d8-8d91-b50f036fd8fb" providerId="ADAL" clId="{DB70D8F6-C9C6-50FD-B895-B38A97C4B83A}" dt="2026-04-09T17:34:07.895" v="10713" actId="1076"/>
          <ac:spMkLst>
            <pc:docMk/>
            <pc:sldMk cId="2273027325" sldId="2134804535"/>
            <ac:spMk id="5" creationId="{B98655EF-62F0-8D15-9AC3-E4A78FF42AC1}"/>
          </ac:spMkLst>
        </pc:spChg>
        <pc:spChg chg="mod">
          <ac:chgData name="#PANDA SUBRAT PRASAD#" userId="ec1adce1-cd14-42d8-8d91-b50f036fd8fb" providerId="ADAL" clId="{DB70D8F6-C9C6-50FD-B895-B38A97C4B83A}" dt="2026-04-09T17:33:30.945" v="10685" actId="1076"/>
          <ac:spMkLst>
            <pc:docMk/>
            <pc:sldMk cId="2273027325" sldId="2134804535"/>
            <ac:spMk id="6" creationId="{4426724E-6239-2A10-A919-57178B39576F}"/>
          </ac:spMkLst>
        </pc:spChg>
        <pc:spChg chg="del mod">
          <ac:chgData name="#PANDA SUBRAT PRASAD#" userId="ec1adce1-cd14-42d8-8d91-b50f036fd8fb" providerId="ADAL" clId="{DB70D8F6-C9C6-50FD-B895-B38A97C4B83A}" dt="2026-04-09T17:31:55.815" v="10630" actId="478"/>
          <ac:spMkLst>
            <pc:docMk/>
            <pc:sldMk cId="2273027325" sldId="2134804535"/>
            <ac:spMk id="7" creationId="{F43137CC-6BE9-1B5E-8558-2F9EC950F925}"/>
          </ac:spMkLst>
        </pc:spChg>
        <pc:spChg chg="mod">
          <ac:chgData name="#PANDA SUBRAT PRASAD#" userId="ec1adce1-cd14-42d8-8d91-b50f036fd8fb" providerId="ADAL" clId="{DB70D8F6-C9C6-50FD-B895-B38A97C4B83A}" dt="2026-04-09T17:33:28.970" v="10684" actId="1076"/>
          <ac:spMkLst>
            <pc:docMk/>
            <pc:sldMk cId="2273027325" sldId="2134804535"/>
            <ac:spMk id="8" creationId="{F93FC4D6-2327-87F9-F589-24C60AE5398F}"/>
          </ac:spMkLst>
        </pc:spChg>
        <pc:spChg chg="del mod">
          <ac:chgData name="#PANDA SUBRAT PRASAD#" userId="ec1adce1-cd14-42d8-8d91-b50f036fd8fb" providerId="ADAL" clId="{DB70D8F6-C9C6-50FD-B895-B38A97C4B83A}" dt="2026-04-09T17:31:59.772" v="10631" actId="478"/>
          <ac:spMkLst>
            <pc:docMk/>
            <pc:sldMk cId="2273027325" sldId="2134804535"/>
            <ac:spMk id="9" creationId="{2D166935-5B74-8334-278C-3B9422EB0D33}"/>
          </ac:spMkLst>
        </pc:spChg>
        <pc:spChg chg="mod">
          <ac:chgData name="#PANDA SUBRAT PRASAD#" userId="ec1adce1-cd14-42d8-8d91-b50f036fd8fb" providerId="ADAL" clId="{DB70D8F6-C9C6-50FD-B895-B38A97C4B83A}" dt="2026-04-09T17:34:12.893" v="10714" actId="1076"/>
          <ac:spMkLst>
            <pc:docMk/>
            <pc:sldMk cId="2273027325" sldId="2134804535"/>
            <ac:spMk id="10" creationId="{F5843C31-763D-3C04-4F77-CE3AAA4725EF}"/>
          </ac:spMkLst>
        </pc:spChg>
        <pc:spChg chg="del mod">
          <ac:chgData name="#PANDA SUBRAT PRASAD#" userId="ec1adce1-cd14-42d8-8d91-b50f036fd8fb" providerId="ADAL" clId="{DB70D8F6-C9C6-50FD-B895-B38A97C4B83A}" dt="2026-04-09T17:32:02.871" v="10632" actId="478"/>
          <ac:spMkLst>
            <pc:docMk/>
            <pc:sldMk cId="2273027325" sldId="2134804535"/>
            <ac:spMk id="11" creationId="{AA5232FB-B7F2-1D5C-6633-53F60BCFDC39}"/>
          </ac:spMkLst>
        </pc:spChg>
        <pc:spChg chg="mod">
          <ac:chgData name="#PANDA SUBRAT PRASAD#" userId="ec1adce1-cd14-42d8-8d91-b50f036fd8fb" providerId="ADAL" clId="{DB70D8F6-C9C6-50FD-B895-B38A97C4B83A}" dt="2026-04-09T17:38:39.207" v="10829" actId="20577"/>
          <ac:spMkLst>
            <pc:docMk/>
            <pc:sldMk cId="2273027325" sldId="2134804535"/>
            <ac:spMk id="12" creationId="{7F258197-05CA-335A-D1D8-8ACA8B6D0122}"/>
          </ac:spMkLst>
        </pc:spChg>
        <pc:spChg chg="mod">
          <ac:chgData name="#PANDA SUBRAT PRASAD#" userId="ec1adce1-cd14-42d8-8d91-b50f036fd8fb" providerId="ADAL" clId="{DB70D8F6-C9C6-50FD-B895-B38A97C4B83A}" dt="2026-04-09T17:33:41.666" v="10687" actId="1076"/>
          <ac:spMkLst>
            <pc:docMk/>
            <pc:sldMk cId="2273027325" sldId="2134804535"/>
            <ac:spMk id="13" creationId="{B7BB8436-9F8B-FE37-5E8A-87F193E4E72E}"/>
          </ac:spMkLst>
        </pc:spChg>
        <pc:spChg chg="del">
          <ac:chgData name="#PANDA SUBRAT PRASAD#" userId="ec1adce1-cd14-42d8-8d91-b50f036fd8fb" providerId="ADAL" clId="{DB70D8F6-C9C6-50FD-B895-B38A97C4B83A}" dt="2026-04-09T17:32:08.521" v="10634" actId="478"/>
          <ac:spMkLst>
            <pc:docMk/>
            <pc:sldMk cId="2273027325" sldId="2134804535"/>
            <ac:spMk id="14" creationId="{58287580-1AB2-6C2B-151C-94E964B9B5D0}"/>
          </ac:spMkLst>
        </pc:spChg>
        <pc:spChg chg="del mod">
          <ac:chgData name="#PANDA SUBRAT PRASAD#" userId="ec1adce1-cd14-42d8-8d91-b50f036fd8fb" providerId="ADAL" clId="{DB70D8F6-C9C6-50FD-B895-B38A97C4B83A}" dt="2026-04-09T17:30:46.015" v="10602" actId="478"/>
          <ac:spMkLst>
            <pc:docMk/>
            <pc:sldMk cId="2273027325" sldId="2134804535"/>
            <ac:spMk id="15" creationId="{1E6EB4B8-37E2-236C-9DFA-19AD95AA604A}"/>
          </ac:spMkLst>
        </pc:spChg>
        <pc:spChg chg="add mod">
          <ac:chgData name="#PANDA SUBRAT PRASAD#" userId="ec1adce1-cd14-42d8-8d91-b50f036fd8fb" providerId="ADAL" clId="{DB70D8F6-C9C6-50FD-B895-B38A97C4B83A}" dt="2026-04-09T17:36:38.871" v="10785" actId="113"/>
          <ac:spMkLst>
            <pc:docMk/>
            <pc:sldMk cId="2273027325" sldId="2134804535"/>
            <ac:spMk id="16" creationId="{02C7CA0C-FD07-6458-EBE2-37C624BD56D2}"/>
          </ac:spMkLst>
        </pc:spChg>
        <pc:spChg chg="add mod">
          <ac:chgData name="#PANDA SUBRAT PRASAD#" userId="ec1adce1-cd14-42d8-8d91-b50f036fd8fb" providerId="ADAL" clId="{DB70D8F6-C9C6-50FD-B895-B38A97C4B83A}" dt="2026-04-09T17:38:16.065" v="10811" actId="1076"/>
          <ac:spMkLst>
            <pc:docMk/>
            <pc:sldMk cId="2273027325" sldId="2134804535"/>
            <ac:spMk id="17" creationId="{8909A09B-CF10-9A31-1418-1B0901F62ADF}"/>
          </ac:spMkLst>
        </pc:spChg>
      </pc:sldChg>
      <pc:sldChg chg="modSp new mod">
        <pc:chgData name="#PANDA SUBRAT PRASAD#" userId="ec1adce1-cd14-42d8-8d91-b50f036fd8fb" providerId="ADAL" clId="{DB70D8F6-C9C6-50FD-B895-B38A97C4B83A}" dt="2026-04-09T17:02:10.417" v="9865" actId="20577"/>
        <pc:sldMkLst>
          <pc:docMk/>
          <pc:sldMk cId="3540941110" sldId="2134804536"/>
        </pc:sldMkLst>
        <pc:spChg chg="mod">
          <ac:chgData name="#PANDA SUBRAT PRASAD#" userId="ec1adce1-cd14-42d8-8d91-b50f036fd8fb" providerId="ADAL" clId="{DB70D8F6-C9C6-50FD-B895-B38A97C4B83A}" dt="2026-04-09T17:01:44.204" v="9799" actId="20577"/>
          <ac:spMkLst>
            <pc:docMk/>
            <pc:sldMk cId="3540941110" sldId="2134804536"/>
            <ac:spMk id="2" creationId="{3C8A0F05-C25B-274F-D2C8-45F79DE0A348}"/>
          </ac:spMkLst>
        </pc:spChg>
        <pc:spChg chg="mod">
          <ac:chgData name="#PANDA SUBRAT PRASAD#" userId="ec1adce1-cd14-42d8-8d91-b50f036fd8fb" providerId="ADAL" clId="{DB70D8F6-C9C6-50FD-B895-B38A97C4B83A}" dt="2026-04-09T17:02:10.417" v="9865" actId="20577"/>
          <ac:spMkLst>
            <pc:docMk/>
            <pc:sldMk cId="3540941110" sldId="2134804536"/>
            <ac:spMk id="3" creationId="{ABEDDEF9-1F48-58F2-BF0F-2BDDE4D76AD3}"/>
          </ac:spMkLst>
        </pc:spChg>
      </pc:sldChg>
      <pc:sldChg chg="modSp new mod">
        <pc:chgData name="#PANDA SUBRAT PRASAD#" userId="ec1adce1-cd14-42d8-8d91-b50f036fd8fb" providerId="ADAL" clId="{DB70D8F6-C9C6-50FD-B895-B38A97C4B83A}" dt="2026-04-10T01:08:14.683" v="11372" actId="1076"/>
        <pc:sldMkLst>
          <pc:docMk/>
          <pc:sldMk cId="2505544967" sldId="2134804537"/>
        </pc:sldMkLst>
        <pc:spChg chg="mod">
          <ac:chgData name="#PANDA SUBRAT PRASAD#" userId="ec1adce1-cd14-42d8-8d91-b50f036fd8fb" providerId="ADAL" clId="{DB70D8F6-C9C6-50FD-B895-B38A97C4B83A}" dt="2026-04-09T17:09:16.084" v="10281" actId="20577"/>
          <ac:spMkLst>
            <pc:docMk/>
            <pc:sldMk cId="2505544967" sldId="2134804537"/>
            <ac:spMk id="2" creationId="{F0C43D8B-AC16-4DB4-5367-5208D84407BB}"/>
          </ac:spMkLst>
        </pc:spChg>
        <pc:spChg chg="mod">
          <ac:chgData name="#PANDA SUBRAT PRASAD#" userId="ec1adce1-cd14-42d8-8d91-b50f036fd8fb" providerId="ADAL" clId="{DB70D8F6-C9C6-50FD-B895-B38A97C4B83A}" dt="2026-04-10T01:08:14.683" v="11372" actId="1076"/>
          <ac:spMkLst>
            <pc:docMk/>
            <pc:sldMk cId="2505544967" sldId="2134804537"/>
            <ac:spMk id="3" creationId="{EC7F16A4-8CB6-5151-06C5-D267CA55E9FA}"/>
          </ac:spMkLst>
        </pc:spChg>
      </pc:sldChg>
      <pc:sldChg chg="addSp modSp new mod">
        <pc:chgData name="#PANDA SUBRAT PRASAD#" userId="ec1adce1-cd14-42d8-8d91-b50f036fd8fb" providerId="ADAL" clId="{DB70D8F6-C9C6-50FD-B895-B38A97C4B83A}" dt="2026-04-10T05:50:11.107" v="13697" actId="1076"/>
        <pc:sldMkLst>
          <pc:docMk/>
          <pc:sldMk cId="1281669364" sldId="2134804538"/>
        </pc:sldMkLst>
        <pc:spChg chg="mod">
          <ac:chgData name="#PANDA SUBRAT PRASAD#" userId="ec1adce1-cd14-42d8-8d91-b50f036fd8fb" providerId="ADAL" clId="{DB70D8F6-C9C6-50FD-B895-B38A97C4B83A}" dt="2026-04-09T17:11:15.466" v="10462" actId="20577"/>
          <ac:spMkLst>
            <pc:docMk/>
            <pc:sldMk cId="1281669364" sldId="2134804538"/>
            <ac:spMk id="2" creationId="{FCBD2F44-1C0E-493C-691A-80DC987FB0CD}"/>
          </ac:spMkLst>
        </pc:spChg>
        <pc:spChg chg="mod">
          <ac:chgData name="#PANDA SUBRAT PRASAD#" userId="ec1adce1-cd14-42d8-8d91-b50f036fd8fb" providerId="ADAL" clId="{DB70D8F6-C9C6-50FD-B895-B38A97C4B83A}" dt="2026-04-09T17:12:36.709" v="10577" actId="20577"/>
          <ac:spMkLst>
            <pc:docMk/>
            <pc:sldMk cId="1281669364" sldId="2134804538"/>
            <ac:spMk id="3" creationId="{52374203-6B58-8886-FFDB-5E14D43D1CDC}"/>
          </ac:spMkLst>
        </pc:spChg>
        <pc:spChg chg="add mod">
          <ac:chgData name="#PANDA SUBRAT PRASAD#" userId="ec1adce1-cd14-42d8-8d91-b50f036fd8fb" providerId="ADAL" clId="{DB70D8F6-C9C6-50FD-B895-B38A97C4B83A}" dt="2026-04-10T01:08:34.171" v="11373" actId="1076"/>
          <ac:spMkLst>
            <pc:docMk/>
            <pc:sldMk cId="1281669364" sldId="2134804538"/>
            <ac:spMk id="5" creationId="{331FBE24-0189-333F-B00C-32F004D63E4B}"/>
          </ac:spMkLst>
        </pc:spChg>
        <pc:spChg chg="add mod">
          <ac:chgData name="#PANDA SUBRAT PRASAD#" userId="ec1adce1-cd14-42d8-8d91-b50f036fd8fb" providerId="ADAL" clId="{DB70D8F6-C9C6-50FD-B895-B38A97C4B83A}" dt="2026-04-09T17:16:01.529" v="10581" actId="1076"/>
          <ac:spMkLst>
            <pc:docMk/>
            <pc:sldMk cId="1281669364" sldId="2134804538"/>
            <ac:spMk id="6" creationId="{1DE0B014-2A50-B82C-0F7A-EDD3B9D6ACA1}"/>
          </ac:spMkLst>
        </pc:spChg>
        <pc:spChg chg="add mod">
          <ac:chgData name="#PANDA SUBRAT PRASAD#" userId="ec1adce1-cd14-42d8-8d91-b50f036fd8fb" providerId="ADAL" clId="{DB70D8F6-C9C6-50FD-B895-B38A97C4B83A}" dt="2026-04-10T05:50:11.107" v="13697" actId="1076"/>
          <ac:spMkLst>
            <pc:docMk/>
            <pc:sldMk cId="1281669364" sldId="2134804538"/>
            <ac:spMk id="8" creationId="{71F800D9-C957-E5CE-8A3D-D5BD6654C6AB}"/>
          </ac:spMkLst>
        </pc:spChg>
        <pc:picChg chg="add mod">
          <ac:chgData name="#PANDA SUBRAT PRASAD#" userId="ec1adce1-cd14-42d8-8d91-b50f036fd8fb" providerId="ADAL" clId="{DB70D8F6-C9C6-50FD-B895-B38A97C4B83A}" dt="2026-04-10T01:08:42.137" v="11375" actId="1076"/>
          <ac:picMkLst>
            <pc:docMk/>
            <pc:sldMk cId="1281669364" sldId="2134804538"/>
            <ac:picMk id="4" creationId="{F29C1FEC-A984-D1A3-3C15-E461BF1DA70E}"/>
          </ac:picMkLst>
        </pc:picChg>
        <pc:picChg chg="add mod">
          <ac:chgData name="#PANDA SUBRAT PRASAD#" userId="ec1adce1-cd14-42d8-8d91-b50f036fd8fb" providerId="ADAL" clId="{DB70D8F6-C9C6-50FD-B895-B38A97C4B83A}" dt="2026-04-10T05:49:52.590" v="13667" actId="1076"/>
          <ac:picMkLst>
            <pc:docMk/>
            <pc:sldMk cId="1281669364" sldId="2134804538"/>
            <ac:picMk id="7" creationId="{22306E3D-2456-574D-7008-48BB94D54E96}"/>
          </ac:picMkLst>
        </pc:picChg>
      </pc:sldChg>
      <pc:sldChg chg="modSp mod">
        <pc:chgData name="#PANDA SUBRAT PRASAD#" userId="ec1adce1-cd14-42d8-8d91-b50f036fd8fb" providerId="ADAL" clId="{DB70D8F6-C9C6-50FD-B895-B38A97C4B83A}" dt="2026-04-10T01:42:00.838" v="12168" actId="20577"/>
        <pc:sldMkLst>
          <pc:docMk/>
          <pc:sldMk cId="3845401954" sldId="2134804540"/>
        </pc:sldMkLst>
        <pc:spChg chg="mod">
          <ac:chgData name="#PANDA SUBRAT PRASAD#" userId="ec1adce1-cd14-42d8-8d91-b50f036fd8fb" providerId="ADAL" clId="{DB70D8F6-C9C6-50FD-B895-B38A97C4B83A}" dt="2026-04-10T01:00:39.543" v="11235" actId="20577"/>
          <ac:spMkLst>
            <pc:docMk/>
            <pc:sldMk cId="3845401954" sldId="2134804540"/>
            <ac:spMk id="8" creationId="{0FE68183-8720-74ED-3E7A-7CDA97BAB4D6}"/>
          </ac:spMkLst>
        </pc:spChg>
        <pc:spChg chg="mod">
          <ac:chgData name="#PANDA SUBRAT PRASAD#" userId="ec1adce1-cd14-42d8-8d91-b50f036fd8fb" providerId="ADAL" clId="{DB70D8F6-C9C6-50FD-B895-B38A97C4B83A}" dt="2026-04-10T01:42:00.838" v="12168" actId="20577"/>
          <ac:spMkLst>
            <pc:docMk/>
            <pc:sldMk cId="3845401954" sldId="2134804540"/>
            <ac:spMk id="9" creationId="{41F6F47C-6BA7-1BEB-B244-D91C24E1C8F6}"/>
          </ac:spMkLst>
        </pc:spChg>
      </pc:sldChg>
      <pc:sldChg chg="addSp delSp modSp new mod">
        <pc:chgData name="#PANDA SUBRAT PRASAD#" userId="ec1adce1-cd14-42d8-8d91-b50f036fd8fb" providerId="ADAL" clId="{DB70D8F6-C9C6-50FD-B895-B38A97C4B83A}" dt="2026-04-10T03:01:00.514" v="13457" actId="14100"/>
        <pc:sldMkLst>
          <pc:docMk/>
          <pc:sldMk cId="864939665" sldId="2134804544"/>
        </pc:sldMkLst>
        <pc:spChg chg="del">
          <ac:chgData name="#PANDA SUBRAT PRASAD#" userId="ec1adce1-cd14-42d8-8d91-b50f036fd8fb" providerId="ADAL" clId="{DB70D8F6-C9C6-50FD-B895-B38A97C4B83A}" dt="2026-04-10T02:13:54.083" v="12546" actId="478"/>
          <ac:spMkLst>
            <pc:docMk/>
            <pc:sldMk cId="864939665" sldId="2134804544"/>
            <ac:spMk id="2" creationId="{DEF13A27-67C3-E63C-8522-DAC7F99AAC9F}"/>
          </ac:spMkLst>
        </pc:spChg>
        <pc:spChg chg="del">
          <ac:chgData name="#PANDA SUBRAT PRASAD#" userId="ec1adce1-cd14-42d8-8d91-b50f036fd8fb" providerId="ADAL" clId="{DB70D8F6-C9C6-50FD-B895-B38A97C4B83A}" dt="2026-04-10T02:13:51.318" v="12545" actId="478"/>
          <ac:spMkLst>
            <pc:docMk/>
            <pc:sldMk cId="864939665" sldId="2134804544"/>
            <ac:spMk id="3" creationId="{1AD60535-BA95-E575-3729-173CA33DD7F0}"/>
          </ac:spMkLst>
        </pc:spChg>
        <pc:spChg chg="add mod">
          <ac:chgData name="#PANDA SUBRAT PRASAD#" userId="ec1adce1-cd14-42d8-8d91-b50f036fd8fb" providerId="ADAL" clId="{DB70D8F6-C9C6-50FD-B895-B38A97C4B83A}" dt="2026-04-10T03:00:23.432" v="13449" actId="1076"/>
          <ac:spMkLst>
            <pc:docMk/>
            <pc:sldMk cId="864939665" sldId="2134804544"/>
            <ac:spMk id="5" creationId="{3DD8D1E2-16AA-BC9E-C6B4-7CDBA92D199A}"/>
          </ac:spMkLst>
        </pc:spChg>
        <pc:spChg chg="add mod">
          <ac:chgData name="#PANDA SUBRAT PRASAD#" userId="ec1adce1-cd14-42d8-8d91-b50f036fd8fb" providerId="ADAL" clId="{DB70D8F6-C9C6-50FD-B895-B38A97C4B83A}" dt="2026-04-10T03:00:53.909" v="13455" actId="1076"/>
          <ac:spMkLst>
            <pc:docMk/>
            <pc:sldMk cId="864939665" sldId="2134804544"/>
            <ac:spMk id="11" creationId="{AD223B91-E1B5-65D2-7829-3DCF634F5656}"/>
          </ac:spMkLst>
        </pc:spChg>
        <pc:spChg chg="add mod">
          <ac:chgData name="#PANDA SUBRAT PRASAD#" userId="ec1adce1-cd14-42d8-8d91-b50f036fd8fb" providerId="ADAL" clId="{DB70D8F6-C9C6-50FD-B895-B38A97C4B83A}" dt="2026-04-10T03:00:17.578" v="13448"/>
          <ac:spMkLst>
            <pc:docMk/>
            <pc:sldMk cId="864939665" sldId="2134804544"/>
            <ac:spMk id="13" creationId="{ED91D876-F4CE-A7E4-9616-ADC7F6BD7AAB}"/>
          </ac:spMkLst>
        </pc:spChg>
        <pc:grpChg chg="add mod">
          <ac:chgData name="#PANDA SUBRAT PRASAD#" userId="ec1adce1-cd14-42d8-8d91-b50f036fd8fb" providerId="ADAL" clId="{DB70D8F6-C9C6-50FD-B895-B38A97C4B83A}" dt="2026-04-10T02:59:52.909" v="13445" actId="1076"/>
          <ac:grpSpMkLst>
            <pc:docMk/>
            <pc:sldMk cId="864939665" sldId="2134804544"/>
            <ac:grpSpMk id="12" creationId="{D16F973C-7364-1F14-5E65-77F6742BBF9B}"/>
          </ac:grpSpMkLst>
        </pc:grpChg>
        <pc:picChg chg="add mod">
          <ac:chgData name="#PANDA SUBRAT PRASAD#" userId="ec1adce1-cd14-42d8-8d91-b50f036fd8fb" providerId="ADAL" clId="{DB70D8F6-C9C6-50FD-B895-B38A97C4B83A}" dt="2026-04-10T02:59:47.804" v="13444" actId="1076"/>
          <ac:picMkLst>
            <pc:docMk/>
            <pc:sldMk cId="864939665" sldId="2134804544"/>
            <ac:picMk id="4" creationId="{C8FEE3D5-51BC-322C-2B9A-29E0D56A7518}"/>
          </ac:picMkLst>
        </pc:picChg>
        <pc:picChg chg="add mod">
          <ac:chgData name="#PANDA SUBRAT PRASAD#" userId="ec1adce1-cd14-42d8-8d91-b50f036fd8fb" providerId="ADAL" clId="{DB70D8F6-C9C6-50FD-B895-B38A97C4B83A}" dt="2026-04-10T03:00:27.226" v="13450" actId="1076"/>
          <ac:picMkLst>
            <pc:docMk/>
            <pc:sldMk cId="864939665" sldId="2134804544"/>
            <ac:picMk id="6" creationId="{7B0C90A7-96A6-CE1A-90AE-A58442BEE756}"/>
          </ac:picMkLst>
        </pc:picChg>
        <pc:cxnChg chg="add mod">
          <ac:chgData name="#PANDA SUBRAT PRASAD#" userId="ec1adce1-cd14-42d8-8d91-b50f036fd8fb" providerId="ADAL" clId="{DB70D8F6-C9C6-50FD-B895-B38A97C4B83A}" dt="2026-04-10T03:01:00.514" v="13457" actId="14100"/>
          <ac:cxnSpMkLst>
            <pc:docMk/>
            <pc:sldMk cId="864939665" sldId="2134804544"/>
            <ac:cxnSpMk id="8" creationId="{5250937E-0A6C-7A65-661B-CE63B1656930}"/>
          </ac:cxnSpMkLst>
        </pc:cxnChg>
      </pc:sldChg>
      <pc:sldChg chg="addSp delSp modSp new mod">
        <pc:chgData name="#PANDA SUBRAT PRASAD#" userId="ec1adce1-cd14-42d8-8d91-b50f036fd8fb" providerId="ADAL" clId="{DB70D8F6-C9C6-50FD-B895-B38A97C4B83A}" dt="2026-04-10T05:49:43.203" v="13664" actId="21"/>
        <pc:sldMkLst>
          <pc:docMk/>
          <pc:sldMk cId="676925399" sldId="2134804545"/>
        </pc:sldMkLst>
        <pc:spChg chg="add mod">
          <ac:chgData name="#PANDA SUBRAT PRASAD#" userId="ec1adce1-cd14-42d8-8d91-b50f036fd8fb" providerId="ADAL" clId="{DB70D8F6-C9C6-50FD-B895-B38A97C4B83A}" dt="2026-04-10T05:49:43.203" v="13664" actId="21"/>
          <ac:spMkLst>
            <pc:docMk/>
            <pc:sldMk cId="676925399" sldId="2134804545"/>
            <ac:spMk id="6" creationId="{4B38E8AF-1805-0802-0624-E24E625E619F}"/>
          </ac:spMkLst>
        </pc:spChg>
        <pc:picChg chg="del">
          <ac:chgData name="#PANDA SUBRAT PRASAD#" userId="ec1adce1-cd14-42d8-8d91-b50f036fd8fb" providerId="ADAL" clId="{DB70D8F6-C9C6-50FD-B895-B38A97C4B83A}" dt="2026-04-10T05:49:43.203" v="13664" actId="21"/>
          <ac:picMkLst>
            <pc:docMk/>
            <pc:sldMk cId="676925399" sldId="2134804545"/>
            <ac:picMk id="5" creationId="{E8BC9AD3-ADBA-8D5E-4C1F-ADF9E0C13A4E}"/>
          </ac:picMkLst>
        </pc:picChg>
      </pc:sldChg>
    </pc:docChg>
  </pc:docChgLst>
  <pc:docChgLst>
    <pc:chgData name="#LE HOANG MINH#" userId="7bd19cc6-9867-4cb6-94f2-e799062b36c1" providerId="ADAL" clId="{BDA0C14F-5727-525B-805A-F12E83C00286}"/>
    <pc:docChg chg="undo custSel addSld delSld modSld sldOrd">
      <pc:chgData name="#LE HOANG MINH#" userId="7bd19cc6-9867-4cb6-94f2-e799062b36c1" providerId="ADAL" clId="{BDA0C14F-5727-525B-805A-F12E83C00286}" dt="2026-04-10T05:17:51.978" v="2657" actId="1076"/>
      <pc:docMkLst>
        <pc:docMk/>
      </pc:docMkLst>
      <pc:sldChg chg="modSp mod">
        <pc:chgData name="#LE HOANG MINH#" userId="7bd19cc6-9867-4cb6-94f2-e799062b36c1" providerId="ADAL" clId="{BDA0C14F-5727-525B-805A-F12E83C00286}" dt="2026-04-10T02:32:43.980" v="2638" actId="20577"/>
        <pc:sldMkLst>
          <pc:docMk/>
          <pc:sldMk cId="2268257680" sldId="257"/>
        </pc:sldMkLst>
        <pc:spChg chg="mod">
          <ac:chgData name="#LE HOANG MINH#" userId="7bd19cc6-9867-4cb6-94f2-e799062b36c1" providerId="ADAL" clId="{BDA0C14F-5727-525B-805A-F12E83C00286}" dt="2026-04-10T02:32:43.980" v="2638" actId="20577"/>
          <ac:spMkLst>
            <pc:docMk/>
            <pc:sldMk cId="2268257680" sldId="257"/>
            <ac:spMk id="3" creationId="{66A2C4DD-8D00-785E-6CEA-A6C09477C0E3}"/>
          </ac:spMkLst>
        </pc:spChg>
      </pc:sldChg>
      <pc:sldChg chg="modSp mod ord">
        <pc:chgData name="#LE HOANG MINH#" userId="7bd19cc6-9867-4cb6-94f2-e799062b36c1" providerId="ADAL" clId="{BDA0C14F-5727-525B-805A-F12E83C00286}" dt="2026-04-08T08:38:59.244" v="1129" actId="1076"/>
        <pc:sldMkLst>
          <pc:docMk/>
          <pc:sldMk cId="2704736400" sldId="2134804508"/>
        </pc:sldMkLst>
        <pc:spChg chg="mod">
          <ac:chgData name="#LE HOANG MINH#" userId="7bd19cc6-9867-4cb6-94f2-e799062b36c1" providerId="ADAL" clId="{BDA0C14F-5727-525B-805A-F12E83C00286}" dt="2026-04-08T08:27:53.661" v="973" actId="2711"/>
          <ac:spMkLst>
            <pc:docMk/>
            <pc:sldMk cId="2704736400" sldId="2134804508"/>
            <ac:spMk id="2" creationId="{AB93F55F-1519-9C47-13FD-1A7609C3A66E}"/>
          </ac:spMkLst>
        </pc:spChg>
        <pc:spChg chg="mod">
          <ac:chgData name="#LE HOANG MINH#" userId="7bd19cc6-9867-4cb6-94f2-e799062b36c1" providerId="ADAL" clId="{BDA0C14F-5727-525B-805A-F12E83C00286}" dt="2026-04-08T08:38:59.244" v="1129" actId="1076"/>
          <ac:spMkLst>
            <pc:docMk/>
            <pc:sldMk cId="2704736400" sldId="2134804508"/>
            <ac:spMk id="3" creationId="{87FCCBC3-4DB7-97C5-4525-5C0E9F872800}"/>
          </ac:spMkLst>
        </pc:spChg>
      </pc:sldChg>
      <pc:sldChg chg="addSp delSp modSp add mod">
        <pc:chgData name="#LE HOANG MINH#" userId="7bd19cc6-9867-4cb6-94f2-e799062b36c1" providerId="ADAL" clId="{BDA0C14F-5727-525B-805A-F12E83C00286}" dt="2026-04-08T08:45:27.133" v="1138" actId="1076"/>
        <pc:sldMkLst>
          <pc:docMk/>
          <pc:sldMk cId="3664784328" sldId="2134804524"/>
        </pc:sldMkLst>
        <pc:spChg chg="mod">
          <ac:chgData name="#LE HOANG MINH#" userId="7bd19cc6-9867-4cb6-94f2-e799062b36c1" providerId="ADAL" clId="{BDA0C14F-5727-525B-805A-F12E83C00286}" dt="2026-04-08T07:34:37.633" v="36" actId="20577"/>
          <ac:spMkLst>
            <pc:docMk/>
            <pc:sldMk cId="3664784328" sldId="2134804524"/>
            <ac:spMk id="2" creationId="{BBA51C9C-0101-9CAC-0038-905A209A6EE1}"/>
          </ac:spMkLst>
        </pc:spChg>
        <pc:spChg chg="add mod">
          <ac:chgData name="#LE HOANG MINH#" userId="7bd19cc6-9867-4cb6-94f2-e799062b36c1" providerId="ADAL" clId="{BDA0C14F-5727-525B-805A-F12E83C00286}" dt="2026-04-08T08:31:38.855" v="1018" actId="255"/>
          <ac:spMkLst>
            <pc:docMk/>
            <pc:sldMk cId="3664784328" sldId="2134804524"/>
            <ac:spMk id="6" creationId="{3E9DD1E4-A9BE-A11C-F457-4639E2FDC72C}"/>
          </ac:spMkLst>
        </pc:spChg>
        <pc:spChg chg="add mod">
          <ac:chgData name="#LE HOANG MINH#" userId="7bd19cc6-9867-4cb6-94f2-e799062b36c1" providerId="ADAL" clId="{BDA0C14F-5727-525B-805A-F12E83C00286}" dt="2026-04-08T08:31:19.332" v="1012" actId="1076"/>
          <ac:spMkLst>
            <pc:docMk/>
            <pc:sldMk cId="3664784328" sldId="2134804524"/>
            <ac:spMk id="35" creationId="{3679A10A-C2BA-82C7-DAB3-2CD5DD146F4C}"/>
          </ac:spMkLst>
        </pc:spChg>
        <pc:spChg chg="add mod">
          <ac:chgData name="#LE HOANG MINH#" userId="7bd19cc6-9867-4cb6-94f2-e799062b36c1" providerId="ADAL" clId="{BDA0C14F-5727-525B-805A-F12E83C00286}" dt="2026-04-08T08:31:19.332" v="1012" actId="1076"/>
          <ac:spMkLst>
            <pc:docMk/>
            <pc:sldMk cId="3664784328" sldId="2134804524"/>
            <ac:spMk id="36" creationId="{D47FE633-4557-A567-236B-BE1AEB9DEE00}"/>
          </ac:spMkLst>
        </pc:spChg>
        <pc:spChg chg="add mod">
          <ac:chgData name="#LE HOANG MINH#" userId="7bd19cc6-9867-4cb6-94f2-e799062b36c1" providerId="ADAL" clId="{BDA0C14F-5727-525B-805A-F12E83C00286}" dt="2026-04-08T08:31:19.332" v="1012" actId="1076"/>
          <ac:spMkLst>
            <pc:docMk/>
            <pc:sldMk cId="3664784328" sldId="2134804524"/>
            <ac:spMk id="37" creationId="{A6BE905C-5A62-A773-F73C-E40936467AC4}"/>
          </ac:spMkLst>
        </pc:spChg>
        <pc:spChg chg="add mod">
          <ac:chgData name="#LE HOANG MINH#" userId="7bd19cc6-9867-4cb6-94f2-e799062b36c1" providerId="ADAL" clId="{BDA0C14F-5727-525B-805A-F12E83C00286}" dt="2026-04-08T08:31:19.332" v="1012" actId="1076"/>
          <ac:spMkLst>
            <pc:docMk/>
            <pc:sldMk cId="3664784328" sldId="2134804524"/>
            <ac:spMk id="38" creationId="{FFEE4392-1D3C-3026-B10B-86F4A090FB41}"/>
          </ac:spMkLst>
        </pc:spChg>
        <pc:spChg chg="add mod">
          <ac:chgData name="#LE HOANG MINH#" userId="7bd19cc6-9867-4cb6-94f2-e799062b36c1" providerId="ADAL" clId="{BDA0C14F-5727-525B-805A-F12E83C00286}" dt="2026-04-08T08:31:19.332" v="1012" actId="1076"/>
          <ac:spMkLst>
            <pc:docMk/>
            <pc:sldMk cId="3664784328" sldId="2134804524"/>
            <ac:spMk id="39" creationId="{53989199-8D23-A230-DAFE-36B17A49E2C4}"/>
          </ac:spMkLst>
        </pc:spChg>
        <pc:spChg chg="add mod">
          <ac:chgData name="#LE HOANG MINH#" userId="7bd19cc6-9867-4cb6-94f2-e799062b36c1" providerId="ADAL" clId="{BDA0C14F-5727-525B-805A-F12E83C00286}" dt="2026-04-08T08:32:55.665" v="1059" actId="207"/>
          <ac:spMkLst>
            <pc:docMk/>
            <pc:sldMk cId="3664784328" sldId="2134804524"/>
            <ac:spMk id="40" creationId="{46FAFBDB-8850-4244-5992-E148EEF3BA9C}"/>
          </ac:spMkLst>
        </pc:spChg>
        <pc:spChg chg="add mod">
          <ac:chgData name="#LE HOANG MINH#" userId="7bd19cc6-9867-4cb6-94f2-e799062b36c1" providerId="ADAL" clId="{BDA0C14F-5727-525B-805A-F12E83C00286}" dt="2026-04-08T08:32:51.351" v="1058" actId="207"/>
          <ac:spMkLst>
            <pc:docMk/>
            <pc:sldMk cId="3664784328" sldId="2134804524"/>
            <ac:spMk id="41" creationId="{FC9D5CB3-AB18-DBF3-CFBD-72D9689F4CD7}"/>
          </ac:spMkLst>
        </pc:spChg>
        <pc:spChg chg="add mod">
          <ac:chgData name="#LE HOANG MINH#" userId="7bd19cc6-9867-4cb6-94f2-e799062b36c1" providerId="ADAL" clId="{BDA0C14F-5727-525B-805A-F12E83C00286}" dt="2026-04-08T08:34:05.669" v="1122" actId="20577"/>
          <ac:spMkLst>
            <pc:docMk/>
            <pc:sldMk cId="3664784328" sldId="2134804524"/>
            <ac:spMk id="42" creationId="{C708330A-50A7-3BD9-7DBB-0B8EBFC91400}"/>
          </ac:spMkLst>
        </pc:spChg>
        <pc:spChg chg="add mod">
          <ac:chgData name="#LE HOANG MINH#" userId="7bd19cc6-9867-4cb6-94f2-e799062b36c1" providerId="ADAL" clId="{BDA0C14F-5727-525B-805A-F12E83C00286}" dt="2026-04-08T08:45:27.133" v="1138" actId="1076"/>
          <ac:spMkLst>
            <pc:docMk/>
            <pc:sldMk cId="3664784328" sldId="2134804524"/>
            <ac:spMk id="44" creationId="{CDB55723-4914-DFF4-8D33-EF01DF91FE5F}"/>
          </ac:spMkLst>
        </pc:spChg>
        <pc:picChg chg="add mod">
          <ac:chgData name="#LE HOANG MINH#" userId="7bd19cc6-9867-4cb6-94f2-e799062b36c1" providerId="ADAL" clId="{BDA0C14F-5727-525B-805A-F12E83C00286}" dt="2026-04-08T08:31:30.181" v="1017" actId="1076"/>
          <ac:picMkLst>
            <pc:docMk/>
            <pc:sldMk cId="3664784328" sldId="2134804524"/>
            <ac:picMk id="34" creationId="{07D92388-BDB4-CAB7-6315-551CB23315EF}"/>
          </ac:picMkLst>
        </pc:picChg>
      </pc:sldChg>
      <pc:sldChg chg="addSp delSp modSp add mod ord">
        <pc:chgData name="#LE HOANG MINH#" userId="7bd19cc6-9867-4cb6-94f2-e799062b36c1" providerId="ADAL" clId="{BDA0C14F-5727-525B-805A-F12E83C00286}" dt="2026-04-09T03:32:27.065" v="1745" actId="1076"/>
        <pc:sldMkLst>
          <pc:docMk/>
          <pc:sldMk cId="2813588505" sldId="2134804526"/>
        </pc:sldMkLst>
        <pc:spChg chg="mod">
          <ac:chgData name="#LE HOANG MINH#" userId="7bd19cc6-9867-4cb6-94f2-e799062b36c1" providerId="ADAL" clId="{BDA0C14F-5727-525B-805A-F12E83C00286}" dt="2026-04-09T03:32:25.108" v="1744" actId="5793"/>
          <ac:spMkLst>
            <pc:docMk/>
            <pc:sldMk cId="2813588505" sldId="2134804526"/>
            <ac:spMk id="6" creationId="{412B2126-EDCF-5A33-81F3-26EFC7CAEE69}"/>
          </ac:spMkLst>
        </pc:spChg>
        <pc:spChg chg="add mod">
          <ac:chgData name="#LE HOANG MINH#" userId="7bd19cc6-9867-4cb6-94f2-e799062b36c1" providerId="ADAL" clId="{BDA0C14F-5727-525B-805A-F12E83C00286}" dt="2026-04-08T08:45:29.389" v="1139"/>
          <ac:spMkLst>
            <pc:docMk/>
            <pc:sldMk cId="2813588505" sldId="2134804526"/>
            <ac:spMk id="7" creationId="{044D0007-C306-BB0C-EE41-EEBA8E5EC1A3}"/>
          </ac:spMkLst>
        </pc:spChg>
        <pc:picChg chg="add mod">
          <ac:chgData name="#LE HOANG MINH#" userId="7bd19cc6-9867-4cb6-94f2-e799062b36c1" providerId="ADAL" clId="{BDA0C14F-5727-525B-805A-F12E83C00286}" dt="2026-04-09T03:32:27.065" v="1745" actId="1076"/>
          <ac:picMkLst>
            <pc:docMk/>
            <pc:sldMk cId="2813588505" sldId="2134804526"/>
            <ac:picMk id="5" creationId="{ECA12EA9-93A5-6A49-D46C-B9C8EEE0842F}"/>
          </ac:picMkLst>
        </pc:picChg>
      </pc:sldChg>
      <pc:sldChg chg="modSp add mod">
        <pc:chgData name="#LE HOANG MINH#" userId="7bd19cc6-9867-4cb6-94f2-e799062b36c1" providerId="ADAL" clId="{BDA0C14F-5727-525B-805A-F12E83C00286}" dt="2026-04-08T09:06:22.127" v="1733" actId="14100"/>
        <pc:sldMkLst>
          <pc:docMk/>
          <pc:sldMk cId="4061433977" sldId="2134804527"/>
        </pc:sldMkLst>
        <pc:spChg chg="mod">
          <ac:chgData name="#LE HOANG MINH#" userId="7bd19cc6-9867-4cb6-94f2-e799062b36c1" providerId="ADAL" clId="{BDA0C14F-5727-525B-805A-F12E83C00286}" dt="2026-04-08T08:15:38.142" v="574" actId="20577"/>
          <ac:spMkLst>
            <pc:docMk/>
            <pc:sldMk cId="4061433977" sldId="2134804527"/>
            <ac:spMk id="2" creationId="{BB63A879-DA3F-F4BA-B793-240B8CF15956}"/>
          </ac:spMkLst>
        </pc:spChg>
        <pc:spChg chg="mod">
          <ac:chgData name="#LE HOANG MINH#" userId="7bd19cc6-9867-4cb6-94f2-e799062b36c1" providerId="ADAL" clId="{BDA0C14F-5727-525B-805A-F12E83C00286}" dt="2026-04-08T09:06:22.127" v="1733" actId="14100"/>
          <ac:spMkLst>
            <pc:docMk/>
            <pc:sldMk cId="4061433977" sldId="2134804527"/>
            <ac:spMk id="6" creationId="{496A75AE-8B6C-5945-1262-7112F0614079}"/>
          </ac:spMkLst>
        </pc:spChg>
      </pc:sldChg>
      <pc:sldChg chg="addSp delSp modSp add mod modAnim">
        <pc:chgData name="#LE HOANG MINH#" userId="7bd19cc6-9867-4cb6-94f2-e799062b36c1" providerId="ADAL" clId="{BDA0C14F-5727-525B-805A-F12E83C00286}" dt="2026-04-09T21:19:21.029" v="2630"/>
        <pc:sldMkLst>
          <pc:docMk/>
          <pc:sldMk cId="1345397614" sldId="2134804528"/>
        </pc:sldMkLst>
        <pc:spChg chg="mod">
          <ac:chgData name="#LE HOANG MINH#" userId="7bd19cc6-9867-4cb6-94f2-e799062b36c1" providerId="ADAL" clId="{BDA0C14F-5727-525B-805A-F12E83C00286}" dt="2026-04-08T09:06:04.842" v="1731" actId="20577"/>
          <ac:spMkLst>
            <pc:docMk/>
            <pc:sldMk cId="1345397614" sldId="2134804528"/>
            <ac:spMk id="2" creationId="{F7BD9B3D-19CC-31E8-4BAD-0F6E8B8B8DF4}"/>
          </ac:spMkLst>
        </pc:spChg>
        <pc:spChg chg="add mod">
          <ac:chgData name="#LE HOANG MINH#" userId="7bd19cc6-9867-4cb6-94f2-e799062b36c1" providerId="ADAL" clId="{BDA0C14F-5727-525B-805A-F12E83C00286}" dt="2026-04-08T08:55:30.351" v="1419" actId="20577"/>
          <ac:spMkLst>
            <pc:docMk/>
            <pc:sldMk cId="1345397614" sldId="2134804528"/>
            <ac:spMk id="8" creationId="{78809102-4FF1-D984-3448-3AA3549ACC08}"/>
          </ac:spMkLst>
        </pc:spChg>
        <pc:spChg chg="add mod">
          <ac:chgData name="#LE HOANG MINH#" userId="7bd19cc6-9867-4cb6-94f2-e799062b36c1" providerId="ADAL" clId="{BDA0C14F-5727-525B-805A-F12E83C00286}" dt="2026-04-08T08:55:40.532" v="1433" actId="20577"/>
          <ac:spMkLst>
            <pc:docMk/>
            <pc:sldMk cId="1345397614" sldId="2134804528"/>
            <ac:spMk id="12" creationId="{65AA00BD-408F-4737-CC39-973B76E8ABD8}"/>
          </ac:spMkLst>
        </pc:spChg>
        <pc:spChg chg="add mod">
          <ac:chgData name="#LE HOANG MINH#" userId="7bd19cc6-9867-4cb6-94f2-e799062b36c1" providerId="ADAL" clId="{BDA0C14F-5727-525B-805A-F12E83C00286}" dt="2026-04-08T08:57:29.035" v="1542" actId="14100"/>
          <ac:spMkLst>
            <pc:docMk/>
            <pc:sldMk cId="1345397614" sldId="2134804528"/>
            <ac:spMk id="14" creationId="{828F9C19-A385-9715-6DD5-5F795ABB3C75}"/>
          </ac:spMkLst>
        </pc:spChg>
        <pc:spChg chg="add mod">
          <ac:chgData name="#LE HOANG MINH#" userId="7bd19cc6-9867-4cb6-94f2-e799062b36c1" providerId="ADAL" clId="{BDA0C14F-5727-525B-805A-F12E83C00286}" dt="2026-04-08T08:57:34.417" v="1544" actId="1076"/>
          <ac:spMkLst>
            <pc:docMk/>
            <pc:sldMk cId="1345397614" sldId="2134804528"/>
            <ac:spMk id="15" creationId="{5D5C77F2-AF8F-2CFA-D5C2-12056EE144C6}"/>
          </ac:spMkLst>
        </pc:spChg>
        <pc:spChg chg="add mod">
          <ac:chgData name="#LE HOANG MINH#" userId="7bd19cc6-9867-4cb6-94f2-e799062b36c1" providerId="ADAL" clId="{BDA0C14F-5727-525B-805A-F12E83C00286}" dt="2026-04-08T08:57:40.010" v="1550" actId="1038"/>
          <ac:spMkLst>
            <pc:docMk/>
            <pc:sldMk cId="1345397614" sldId="2134804528"/>
            <ac:spMk id="16" creationId="{8FADB1EA-01F6-82A1-0DF3-912603B7A026}"/>
          </ac:spMkLst>
        </pc:spChg>
        <pc:spChg chg="add mod">
          <ac:chgData name="#LE HOANG MINH#" userId="7bd19cc6-9867-4cb6-94f2-e799062b36c1" providerId="ADAL" clId="{BDA0C14F-5727-525B-805A-F12E83C00286}" dt="2026-04-08T08:57:42.889" v="1552" actId="1076"/>
          <ac:spMkLst>
            <pc:docMk/>
            <pc:sldMk cId="1345397614" sldId="2134804528"/>
            <ac:spMk id="17" creationId="{4850D0FE-A0B7-3835-A470-F7705BB0A4C3}"/>
          </ac:spMkLst>
        </pc:spChg>
        <pc:spChg chg="add mod">
          <ac:chgData name="#LE HOANG MINH#" userId="7bd19cc6-9867-4cb6-94f2-e799062b36c1" providerId="ADAL" clId="{BDA0C14F-5727-525B-805A-F12E83C00286}" dt="2026-04-08T08:57:47.006" v="1554" actId="1076"/>
          <ac:spMkLst>
            <pc:docMk/>
            <pc:sldMk cId="1345397614" sldId="2134804528"/>
            <ac:spMk id="18" creationId="{7A64333C-DD84-0E93-F4E3-B4D6DD723E42}"/>
          </ac:spMkLst>
        </pc:spChg>
        <pc:spChg chg="add mod">
          <ac:chgData name="#LE HOANG MINH#" userId="7bd19cc6-9867-4cb6-94f2-e799062b36c1" providerId="ADAL" clId="{BDA0C14F-5727-525B-805A-F12E83C00286}" dt="2026-04-08T08:57:53.487" v="1557" actId="1038"/>
          <ac:spMkLst>
            <pc:docMk/>
            <pc:sldMk cId="1345397614" sldId="2134804528"/>
            <ac:spMk id="19" creationId="{0EB93543-FBEC-2B51-69DB-93A8001104A0}"/>
          </ac:spMkLst>
        </pc:spChg>
        <pc:spChg chg="add mod">
          <ac:chgData name="#LE HOANG MINH#" userId="7bd19cc6-9867-4cb6-94f2-e799062b36c1" providerId="ADAL" clId="{BDA0C14F-5727-525B-805A-F12E83C00286}" dt="2026-04-08T08:57:56.705" v="1559" actId="1076"/>
          <ac:spMkLst>
            <pc:docMk/>
            <pc:sldMk cId="1345397614" sldId="2134804528"/>
            <ac:spMk id="20" creationId="{2F8A53BC-E9BD-28B3-A783-05B9FFD08247}"/>
          </ac:spMkLst>
        </pc:spChg>
        <pc:spChg chg="add mod">
          <ac:chgData name="#LE HOANG MINH#" userId="7bd19cc6-9867-4cb6-94f2-e799062b36c1" providerId="ADAL" clId="{BDA0C14F-5727-525B-805A-F12E83C00286}" dt="2026-04-08T08:57:59.104" v="1561" actId="1076"/>
          <ac:spMkLst>
            <pc:docMk/>
            <pc:sldMk cId="1345397614" sldId="2134804528"/>
            <ac:spMk id="21" creationId="{AEE9EB2D-F7E8-087F-EAA6-13EA6D3FC529}"/>
          </ac:spMkLst>
        </pc:spChg>
        <pc:spChg chg="add mod">
          <ac:chgData name="#LE HOANG MINH#" userId="7bd19cc6-9867-4cb6-94f2-e799062b36c1" providerId="ADAL" clId="{BDA0C14F-5727-525B-805A-F12E83C00286}" dt="2026-04-08T08:58:02.705" v="1563" actId="1076"/>
          <ac:spMkLst>
            <pc:docMk/>
            <pc:sldMk cId="1345397614" sldId="2134804528"/>
            <ac:spMk id="22" creationId="{CC315BD9-39A0-F006-D9D3-0D7BCC319A87}"/>
          </ac:spMkLst>
        </pc:spChg>
        <pc:spChg chg="add mod">
          <ac:chgData name="#LE HOANG MINH#" userId="7bd19cc6-9867-4cb6-94f2-e799062b36c1" providerId="ADAL" clId="{BDA0C14F-5727-525B-805A-F12E83C00286}" dt="2026-04-08T08:58:06.022" v="1565" actId="1076"/>
          <ac:spMkLst>
            <pc:docMk/>
            <pc:sldMk cId="1345397614" sldId="2134804528"/>
            <ac:spMk id="23" creationId="{1F60A139-F187-56A3-DE2E-BB924C59AFFF}"/>
          </ac:spMkLst>
        </pc:spChg>
        <pc:spChg chg="add mod">
          <ac:chgData name="#LE HOANG MINH#" userId="7bd19cc6-9867-4cb6-94f2-e799062b36c1" providerId="ADAL" clId="{BDA0C14F-5727-525B-805A-F12E83C00286}" dt="2026-04-08T08:58:10.772" v="1567" actId="1076"/>
          <ac:spMkLst>
            <pc:docMk/>
            <pc:sldMk cId="1345397614" sldId="2134804528"/>
            <ac:spMk id="24" creationId="{DF447A59-64F8-2154-57A5-EBA11B22B500}"/>
          </ac:spMkLst>
        </pc:spChg>
        <pc:spChg chg="add mod">
          <ac:chgData name="#LE HOANG MINH#" userId="7bd19cc6-9867-4cb6-94f2-e799062b36c1" providerId="ADAL" clId="{BDA0C14F-5727-525B-805A-F12E83C00286}" dt="2026-04-08T08:58:43.637" v="1582" actId="255"/>
          <ac:spMkLst>
            <pc:docMk/>
            <pc:sldMk cId="1345397614" sldId="2134804528"/>
            <ac:spMk id="25" creationId="{E7571802-2792-FBAF-8ED0-95DB062F9268}"/>
          </ac:spMkLst>
        </pc:spChg>
        <pc:spChg chg="add mod">
          <ac:chgData name="#LE HOANG MINH#" userId="7bd19cc6-9867-4cb6-94f2-e799062b36c1" providerId="ADAL" clId="{BDA0C14F-5727-525B-805A-F12E83C00286}" dt="2026-04-08T08:58:57.203" v="1588" actId="207"/>
          <ac:spMkLst>
            <pc:docMk/>
            <pc:sldMk cId="1345397614" sldId="2134804528"/>
            <ac:spMk id="26" creationId="{F718F6FA-0AF6-F668-4FE2-62A7F11E0D99}"/>
          </ac:spMkLst>
        </pc:spChg>
        <pc:spChg chg="add mod">
          <ac:chgData name="#LE HOANG MINH#" userId="7bd19cc6-9867-4cb6-94f2-e799062b36c1" providerId="ADAL" clId="{BDA0C14F-5727-525B-805A-F12E83C00286}" dt="2026-04-08T08:59:02.105" v="1590" actId="1076"/>
          <ac:spMkLst>
            <pc:docMk/>
            <pc:sldMk cId="1345397614" sldId="2134804528"/>
            <ac:spMk id="27" creationId="{8F789B84-50CD-548E-ED3C-3C0C89C74EBD}"/>
          </ac:spMkLst>
        </pc:spChg>
        <pc:spChg chg="add mod">
          <ac:chgData name="#LE HOANG MINH#" userId="7bd19cc6-9867-4cb6-94f2-e799062b36c1" providerId="ADAL" clId="{BDA0C14F-5727-525B-805A-F12E83C00286}" dt="2026-04-08T08:59:04.956" v="1592" actId="1076"/>
          <ac:spMkLst>
            <pc:docMk/>
            <pc:sldMk cId="1345397614" sldId="2134804528"/>
            <ac:spMk id="28" creationId="{BAAA255B-6875-043A-5D73-AF897E084C9A}"/>
          </ac:spMkLst>
        </pc:spChg>
        <pc:spChg chg="add mod">
          <ac:chgData name="#LE HOANG MINH#" userId="7bd19cc6-9867-4cb6-94f2-e799062b36c1" providerId="ADAL" clId="{BDA0C14F-5727-525B-805A-F12E83C00286}" dt="2026-04-08T08:59:07.904" v="1594" actId="1076"/>
          <ac:spMkLst>
            <pc:docMk/>
            <pc:sldMk cId="1345397614" sldId="2134804528"/>
            <ac:spMk id="29" creationId="{5F39F552-C462-AACC-6469-0F423F414D67}"/>
          </ac:spMkLst>
        </pc:spChg>
        <pc:spChg chg="add mod">
          <ac:chgData name="#LE HOANG MINH#" userId="7bd19cc6-9867-4cb6-94f2-e799062b36c1" providerId="ADAL" clId="{BDA0C14F-5727-525B-805A-F12E83C00286}" dt="2026-04-08T08:59:37.078" v="1602" actId="255"/>
          <ac:spMkLst>
            <pc:docMk/>
            <pc:sldMk cId="1345397614" sldId="2134804528"/>
            <ac:spMk id="31" creationId="{712FADFD-9634-65D3-B0B5-47CCED783827}"/>
          </ac:spMkLst>
        </pc:spChg>
        <pc:spChg chg="add mod">
          <ac:chgData name="#LE HOANG MINH#" userId="7bd19cc6-9867-4cb6-94f2-e799062b36c1" providerId="ADAL" clId="{BDA0C14F-5727-525B-805A-F12E83C00286}" dt="2026-04-08T08:59:26.039" v="1596" actId="1076"/>
          <ac:spMkLst>
            <pc:docMk/>
            <pc:sldMk cId="1345397614" sldId="2134804528"/>
            <ac:spMk id="43" creationId="{823CEC89-C89A-0E55-6991-F5AB6101C6F5}"/>
          </ac:spMkLst>
        </pc:spChg>
        <pc:spChg chg="add mod">
          <ac:chgData name="#LE HOANG MINH#" userId="7bd19cc6-9867-4cb6-94f2-e799062b36c1" providerId="ADAL" clId="{BDA0C14F-5727-525B-805A-F12E83C00286}" dt="2026-04-08T08:59:26.039" v="1596" actId="1076"/>
          <ac:spMkLst>
            <pc:docMk/>
            <pc:sldMk cId="1345397614" sldId="2134804528"/>
            <ac:spMk id="44" creationId="{91A73494-CDAA-31E3-FF00-3D37E5816ED9}"/>
          </ac:spMkLst>
        </pc:spChg>
        <pc:spChg chg="add mod">
          <ac:chgData name="#LE HOANG MINH#" userId="7bd19cc6-9867-4cb6-94f2-e799062b36c1" providerId="ADAL" clId="{BDA0C14F-5727-525B-805A-F12E83C00286}" dt="2026-04-08T08:59:26.039" v="1596" actId="1076"/>
          <ac:spMkLst>
            <pc:docMk/>
            <pc:sldMk cId="1345397614" sldId="2134804528"/>
            <ac:spMk id="45" creationId="{791F753B-3559-C837-D491-32B64291ACC9}"/>
          </ac:spMkLst>
        </pc:spChg>
        <pc:spChg chg="add mod">
          <ac:chgData name="#LE HOANG MINH#" userId="7bd19cc6-9867-4cb6-94f2-e799062b36c1" providerId="ADAL" clId="{BDA0C14F-5727-525B-805A-F12E83C00286}" dt="2026-04-08T09:00:09.939" v="1614" actId="1076"/>
          <ac:spMkLst>
            <pc:docMk/>
            <pc:sldMk cId="1345397614" sldId="2134804528"/>
            <ac:spMk id="47" creationId="{FEB5774D-B666-0255-C74D-C85DEDD07B14}"/>
          </ac:spMkLst>
        </pc:spChg>
        <pc:spChg chg="add mod">
          <ac:chgData name="#LE HOANG MINH#" userId="7bd19cc6-9867-4cb6-94f2-e799062b36c1" providerId="ADAL" clId="{BDA0C14F-5727-525B-805A-F12E83C00286}" dt="2026-04-08T09:00:12.739" v="1616" actId="1076"/>
          <ac:spMkLst>
            <pc:docMk/>
            <pc:sldMk cId="1345397614" sldId="2134804528"/>
            <ac:spMk id="48" creationId="{652167FD-2569-20CF-044E-C3926C56412A}"/>
          </ac:spMkLst>
        </pc:spChg>
        <pc:spChg chg="add mod">
          <ac:chgData name="#LE HOANG MINH#" userId="7bd19cc6-9867-4cb6-94f2-e799062b36c1" providerId="ADAL" clId="{BDA0C14F-5727-525B-805A-F12E83C00286}" dt="2026-04-08T09:00:15.256" v="1618" actId="1076"/>
          <ac:spMkLst>
            <pc:docMk/>
            <pc:sldMk cId="1345397614" sldId="2134804528"/>
            <ac:spMk id="49" creationId="{344B528F-8F65-308F-778C-12FC03EA72BC}"/>
          </ac:spMkLst>
        </pc:spChg>
        <pc:spChg chg="add mod">
          <ac:chgData name="#LE HOANG MINH#" userId="7bd19cc6-9867-4cb6-94f2-e799062b36c1" providerId="ADAL" clId="{BDA0C14F-5727-525B-805A-F12E83C00286}" dt="2026-04-08T09:00:17.905" v="1620" actId="1076"/>
          <ac:spMkLst>
            <pc:docMk/>
            <pc:sldMk cId="1345397614" sldId="2134804528"/>
            <ac:spMk id="50" creationId="{253C5984-D35D-369E-B8FA-F534A4023558}"/>
          </ac:spMkLst>
        </pc:spChg>
        <pc:spChg chg="add mod">
          <ac:chgData name="#LE HOANG MINH#" userId="7bd19cc6-9867-4cb6-94f2-e799062b36c1" providerId="ADAL" clId="{BDA0C14F-5727-525B-805A-F12E83C00286}" dt="2026-04-08T09:00:20.139" v="1622" actId="1076"/>
          <ac:spMkLst>
            <pc:docMk/>
            <pc:sldMk cId="1345397614" sldId="2134804528"/>
            <ac:spMk id="51" creationId="{570E9AB2-65F1-FC95-4143-44B73C506ED8}"/>
          </ac:spMkLst>
        </pc:spChg>
        <pc:spChg chg="add mod">
          <ac:chgData name="#LE HOANG MINH#" userId="7bd19cc6-9867-4cb6-94f2-e799062b36c1" providerId="ADAL" clId="{BDA0C14F-5727-525B-805A-F12E83C00286}" dt="2026-04-08T09:00:22.856" v="1624" actId="1076"/>
          <ac:spMkLst>
            <pc:docMk/>
            <pc:sldMk cId="1345397614" sldId="2134804528"/>
            <ac:spMk id="52" creationId="{4F7D27AB-50C3-D539-9915-93D95082DBE7}"/>
          </ac:spMkLst>
        </pc:spChg>
        <pc:spChg chg="add mod">
          <ac:chgData name="#LE HOANG MINH#" userId="7bd19cc6-9867-4cb6-94f2-e799062b36c1" providerId="ADAL" clId="{BDA0C14F-5727-525B-805A-F12E83C00286}" dt="2026-04-08T09:00:25.105" v="1626" actId="1076"/>
          <ac:spMkLst>
            <pc:docMk/>
            <pc:sldMk cId="1345397614" sldId="2134804528"/>
            <ac:spMk id="53" creationId="{4443A14B-B63F-C143-76C6-B74A3A8C0F21}"/>
          </ac:spMkLst>
        </pc:spChg>
        <pc:spChg chg="add mod">
          <ac:chgData name="#LE HOANG MINH#" userId="7bd19cc6-9867-4cb6-94f2-e799062b36c1" providerId="ADAL" clId="{BDA0C14F-5727-525B-805A-F12E83C00286}" dt="2026-04-08T09:00:27.752" v="1628" actId="1076"/>
          <ac:spMkLst>
            <pc:docMk/>
            <pc:sldMk cId="1345397614" sldId="2134804528"/>
            <ac:spMk id="54" creationId="{2A7B522E-34C9-AE26-5BB8-B13B3088EA93}"/>
          </ac:spMkLst>
        </pc:spChg>
        <pc:spChg chg="add mod">
          <ac:chgData name="#LE HOANG MINH#" userId="7bd19cc6-9867-4cb6-94f2-e799062b36c1" providerId="ADAL" clId="{BDA0C14F-5727-525B-805A-F12E83C00286}" dt="2026-04-08T09:00:30.855" v="1630" actId="1076"/>
          <ac:spMkLst>
            <pc:docMk/>
            <pc:sldMk cId="1345397614" sldId="2134804528"/>
            <ac:spMk id="55" creationId="{5B36BC4F-5F82-9777-F733-9BADCD25BA31}"/>
          </ac:spMkLst>
        </pc:spChg>
        <pc:spChg chg="add mod">
          <ac:chgData name="#LE HOANG MINH#" userId="7bd19cc6-9867-4cb6-94f2-e799062b36c1" providerId="ADAL" clId="{BDA0C14F-5727-525B-805A-F12E83C00286}" dt="2026-04-08T09:00:34.458" v="1632" actId="1076"/>
          <ac:spMkLst>
            <pc:docMk/>
            <pc:sldMk cId="1345397614" sldId="2134804528"/>
            <ac:spMk id="56" creationId="{62D7072B-17AD-F9A2-D354-FEA274C2D0D6}"/>
          </ac:spMkLst>
        </pc:spChg>
        <pc:spChg chg="add mod">
          <ac:chgData name="#LE HOANG MINH#" userId="7bd19cc6-9867-4cb6-94f2-e799062b36c1" providerId="ADAL" clId="{BDA0C14F-5727-525B-805A-F12E83C00286}" dt="2026-04-08T09:05:08.371" v="1698" actId="14100"/>
          <ac:spMkLst>
            <pc:docMk/>
            <pc:sldMk cId="1345397614" sldId="2134804528"/>
            <ac:spMk id="57" creationId="{9A169149-EF1C-5641-7B96-C1928E7E1346}"/>
          </ac:spMkLst>
        </pc:spChg>
        <pc:picChg chg="add mod">
          <ac:chgData name="#LE HOANG MINH#" userId="7bd19cc6-9867-4cb6-94f2-e799062b36c1" providerId="ADAL" clId="{BDA0C14F-5727-525B-805A-F12E83C00286}" dt="2026-04-08T08:50:32.216" v="1227" actId="1076"/>
          <ac:picMkLst>
            <pc:docMk/>
            <pc:sldMk cId="1345397614" sldId="2134804528"/>
            <ac:picMk id="9" creationId="{53E8C983-3B39-DFAE-823E-63EA4F21A1F0}"/>
          </ac:picMkLst>
        </pc:picChg>
        <pc:picChg chg="add mod">
          <ac:chgData name="#LE HOANG MINH#" userId="7bd19cc6-9867-4cb6-94f2-e799062b36c1" providerId="ADAL" clId="{BDA0C14F-5727-525B-805A-F12E83C00286}" dt="2026-04-08T08:54:36.419" v="1412" actId="1076"/>
          <ac:picMkLst>
            <pc:docMk/>
            <pc:sldMk cId="1345397614" sldId="2134804528"/>
            <ac:picMk id="10" creationId="{0392703E-B9E4-916E-6E7B-E9E4DE73547A}"/>
          </ac:picMkLst>
        </pc:picChg>
        <pc:picChg chg="add mod">
          <ac:chgData name="#LE HOANG MINH#" userId="7bd19cc6-9867-4cb6-94f2-e799062b36c1" providerId="ADAL" clId="{BDA0C14F-5727-525B-805A-F12E83C00286}" dt="2026-04-08T08:54:34.451" v="1411" actId="1076"/>
          <ac:picMkLst>
            <pc:docMk/>
            <pc:sldMk cId="1345397614" sldId="2134804528"/>
            <ac:picMk id="11" creationId="{FFDE43F2-3053-C1B4-86D5-DF28469CB788}"/>
          </ac:picMkLst>
        </pc:picChg>
        <pc:picChg chg="add mod">
          <ac:chgData name="#LE HOANG MINH#" userId="7bd19cc6-9867-4cb6-94f2-e799062b36c1" providerId="ADAL" clId="{BDA0C14F-5727-525B-805A-F12E83C00286}" dt="2026-04-08T08:56:36.489" v="1492" actId="29295"/>
          <ac:picMkLst>
            <pc:docMk/>
            <pc:sldMk cId="1345397614" sldId="2134804528"/>
            <ac:picMk id="13" creationId="{AE071573-754C-8C98-D4C8-8559661A3E84}"/>
          </ac:picMkLst>
        </pc:picChg>
      </pc:sldChg>
      <pc:sldChg chg="addSp delSp modSp add mod">
        <pc:chgData name="#LE HOANG MINH#" userId="7bd19cc6-9867-4cb6-94f2-e799062b36c1" providerId="ADAL" clId="{BDA0C14F-5727-525B-805A-F12E83C00286}" dt="2026-04-09T21:00:06.235" v="1899" actId="1076"/>
        <pc:sldMkLst>
          <pc:docMk/>
          <pc:sldMk cId="2504799593" sldId="2134804541"/>
        </pc:sldMkLst>
        <pc:spChg chg="mod">
          <ac:chgData name="#LE HOANG MINH#" userId="7bd19cc6-9867-4cb6-94f2-e799062b36c1" providerId="ADAL" clId="{BDA0C14F-5727-525B-805A-F12E83C00286}" dt="2026-04-09T20:58:41.033" v="1763" actId="20577"/>
          <ac:spMkLst>
            <pc:docMk/>
            <pc:sldMk cId="2504799593" sldId="2134804541"/>
            <ac:spMk id="2" creationId="{B8606E38-6255-8EA6-7024-F745742E47B8}"/>
          </ac:spMkLst>
        </pc:spChg>
        <pc:spChg chg="add mod">
          <ac:chgData name="#LE HOANG MINH#" userId="7bd19cc6-9867-4cb6-94f2-e799062b36c1" providerId="ADAL" clId="{BDA0C14F-5727-525B-805A-F12E83C00286}" dt="2026-04-09T21:00:06.235" v="1899" actId="1076"/>
          <ac:spMkLst>
            <pc:docMk/>
            <pc:sldMk cId="2504799593" sldId="2134804541"/>
            <ac:spMk id="5" creationId="{5E54667D-4E05-F8BE-CC42-5130B8E2CFF9}"/>
          </ac:spMkLst>
        </pc:spChg>
        <pc:spChg chg="del">
          <ac:chgData name="#LE HOANG MINH#" userId="7bd19cc6-9867-4cb6-94f2-e799062b36c1" providerId="ADAL" clId="{BDA0C14F-5727-525B-805A-F12E83C00286}" dt="2026-04-09T20:58:47.152" v="1766" actId="478"/>
          <ac:spMkLst>
            <pc:docMk/>
            <pc:sldMk cId="2504799593" sldId="2134804541"/>
            <ac:spMk id="8" creationId="{DC950375-2C54-B480-B288-B711494BA267}"/>
          </ac:spMkLst>
        </pc:spChg>
        <pc:spChg chg="del">
          <ac:chgData name="#LE HOANG MINH#" userId="7bd19cc6-9867-4cb6-94f2-e799062b36c1" providerId="ADAL" clId="{BDA0C14F-5727-525B-805A-F12E83C00286}" dt="2026-04-09T20:58:54.685" v="1772" actId="478"/>
          <ac:spMkLst>
            <pc:docMk/>
            <pc:sldMk cId="2504799593" sldId="2134804541"/>
            <ac:spMk id="12" creationId="{94F8A830-3944-B0A3-EF08-90BA094B0056}"/>
          </ac:spMkLst>
        </pc:spChg>
        <pc:spChg chg="del">
          <ac:chgData name="#LE HOANG MINH#" userId="7bd19cc6-9867-4cb6-94f2-e799062b36c1" providerId="ADAL" clId="{BDA0C14F-5727-525B-805A-F12E83C00286}" dt="2026-04-09T20:58:53.527" v="1771" actId="478"/>
          <ac:spMkLst>
            <pc:docMk/>
            <pc:sldMk cId="2504799593" sldId="2134804541"/>
            <ac:spMk id="14" creationId="{E2EA277A-6F95-FD5F-BAD1-18B6332B0BE4}"/>
          </ac:spMkLst>
        </pc:spChg>
        <pc:spChg chg="del">
          <ac:chgData name="#LE HOANG MINH#" userId="7bd19cc6-9867-4cb6-94f2-e799062b36c1" providerId="ADAL" clId="{BDA0C14F-5727-525B-805A-F12E83C00286}" dt="2026-04-09T20:58:53.527" v="1771" actId="478"/>
          <ac:spMkLst>
            <pc:docMk/>
            <pc:sldMk cId="2504799593" sldId="2134804541"/>
            <ac:spMk id="15" creationId="{18687EA6-BCF6-A9DA-1053-0A98F77C44A9}"/>
          </ac:spMkLst>
        </pc:spChg>
        <pc:spChg chg="del">
          <ac:chgData name="#LE HOANG MINH#" userId="7bd19cc6-9867-4cb6-94f2-e799062b36c1" providerId="ADAL" clId="{BDA0C14F-5727-525B-805A-F12E83C00286}" dt="2026-04-09T20:58:53.527" v="1771" actId="478"/>
          <ac:spMkLst>
            <pc:docMk/>
            <pc:sldMk cId="2504799593" sldId="2134804541"/>
            <ac:spMk id="16" creationId="{9E3EF19A-B393-2DFB-6AC7-0CFE224CF894}"/>
          </ac:spMkLst>
        </pc:spChg>
        <pc:spChg chg="del">
          <ac:chgData name="#LE HOANG MINH#" userId="7bd19cc6-9867-4cb6-94f2-e799062b36c1" providerId="ADAL" clId="{BDA0C14F-5727-525B-805A-F12E83C00286}" dt="2026-04-09T20:58:56.244" v="1773" actId="478"/>
          <ac:spMkLst>
            <pc:docMk/>
            <pc:sldMk cId="2504799593" sldId="2134804541"/>
            <ac:spMk id="17" creationId="{A7493912-F096-B00F-3132-8B03304356EC}"/>
          </ac:spMkLst>
        </pc:spChg>
        <pc:spChg chg="del">
          <ac:chgData name="#LE HOANG MINH#" userId="7bd19cc6-9867-4cb6-94f2-e799062b36c1" providerId="ADAL" clId="{BDA0C14F-5727-525B-805A-F12E83C00286}" dt="2026-04-09T20:58:56.244" v="1773" actId="478"/>
          <ac:spMkLst>
            <pc:docMk/>
            <pc:sldMk cId="2504799593" sldId="2134804541"/>
            <ac:spMk id="18" creationId="{8F4BE381-01EE-0245-CB36-1F1FDCAE0B83}"/>
          </ac:spMkLst>
        </pc:spChg>
        <pc:spChg chg="del">
          <ac:chgData name="#LE HOANG MINH#" userId="7bd19cc6-9867-4cb6-94f2-e799062b36c1" providerId="ADAL" clId="{BDA0C14F-5727-525B-805A-F12E83C00286}" dt="2026-04-09T20:58:56.244" v="1773" actId="478"/>
          <ac:spMkLst>
            <pc:docMk/>
            <pc:sldMk cId="2504799593" sldId="2134804541"/>
            <ac:spMk id="19" creationId="{ADA590F8-2245-321E-461B-B931306682F5}"/>
          </ac:spMkLst>
        </pc:spChg>
        <pc:spChg chg="del">
          <ac:chgData name="#LE HOANG MINH#" userId="7bd19cc6-9867-4cb6-94f2-e799062b36c1" providerId="ADAL" clId="{BDA0C14F-5727-525B-805A-F12E83C00286}" dt="2026-04-09T20:58:56.244" v="1773" actId="478"/>
          <ac:spMkLst>
            <pc:docMk/>
            <pc:sldMk cId="2504799593" sldId="2134804541"/>
            <ac:spMk id="20" creationId="{4B9FE4CC-BFCD-1959-B3E7-92B5986B9B01}"/>
          </ac:spMkLst>
        </pc:spChg>
        <pc:spChg chg="del">
          <ac:chgData name="#LE HOANG MINH#" userId="7bd19cc6-9867-4cb6-94f2-e799062b36c1" providerId="ADAL" clId="{BDA0C14F-5727-525B-805A-F12E83C00286}" dt="2026-04-09T20:58:56.244" v="1773" actId="478"/>
          <ac:spMkLst>
            <pc:docMk/>
            <pc:sldMk cId="2504799593" sldId="2134804541"/>
            <ac:spMk id="21" creationId="{2BAC87DF-FDD9-6680-B281-750957BAC30A}"/>
          </ac:spMkLst>
        </pc:spChg>
        <pc:spChg chg="del">
          <ac:chgData name="#LE HOANG MINH#" userId="7bd19cc6-9867-4cb6-94f2-e799062b36c1" providerId="ADAL" clId="{BDA0C14F-5727-525B-805A-F12E83C00286}" dt="2026-04-09T20:58:56.244" v="1773" actId="478"/>
          <ac:spMkLst>
            <pc:docMk/>
            <pc:sldMk cId="2504799593" sldId="2134804541"/>
            <ac:spMk id="22" creationId="{4AF88889-3C42-44D3-532D-93BC1DC0279A}"/>
          </ac:spMkLst>
        </pc:spChg>
        <pc:spChg chg="del">
          <ac:chgData name="#LE HOANG MINH#" userId="7bd19cc6-9867-4cb6-94f2-e799062b36c1" providerId="ADAL" clId="{BDA0C14F-5727-525B-805A-F12E83C00286}" dt="2026-04-09T20:58:56.244" v="1773" actId="478"/>
          <ac:spMkLst>
            <pc:docMk/>
            <pc:sldMk cId="2504799593" sldId="2134804541"/>
            <ac:spMk id="29" creationId="{FC3E2DB1-B42E-3443-9388-31B4DC543D3E}"/>
          </ac:spMkLst>
        </pc:spChg>
        <pc:spChg chg="del">
          <ac:chgData name="#LE HOANG MINH#" userId="7bd19cc6-9867-4cb6-94f2-e799062b36c1" providerId="ADAL" clId="{BDA0C14F-5727-525B-805A-F12E83C00286}" dt="2026-04-09T20:58:56.244" v="1773" actId="478"/>
          <ac:spMkLst>
            <pc:docMk/>
            <pc:sldMk cId="2504799593" sldId="2134804541"/>
            <ac:spMk id="42" creationId="{46AD2773-2757-4300-1B2D-CAE6E27ADB51}"/>
          </ac:spMkLst>
        </pc:spChg>
        <pc:spChg chg="del">
          <ac:chgData name="#LE HOANG MINH#" userId="7bd19cc6-9867-4cb6-94f2-e799062b36c1" providerId="ADAL" clId="{BDA0C14F-5727-525B-805A-F12E83C00286}" dt="2026-04-09T20:58:56.244" v="1773" actId="478"/>
          <ac:spMkLst>
            <pc:docMk/>
            <pc:sldMk cId="2504799593" sldId="2134804541"/>
            <ac:spMk id="45" creationId="{54E88086-6A77-A926-B500-4FFED1B20844}"/>
          </ac:spMkLst>
        </pc:spChg>
        <pc:spChg chg="del">
          <ac:chgData name="#LE HOANG MINH#" userId="7bd19cc6-9867-4cb6-94f2-e799062b36c1" providerId="ADAL" clId="{BDA0C14F-5727-525B-805A-F12E83C00286}" dt="2026-04-09T20:58:56.244" v="1773" actId="478"/>
          <ac:spMkLst>
            <pc:docMk/>
            <pc:sldMk cId="2504799593" sldId="2134804541"/>
            <ac:spMk id="47" creationId="{EAD5192D-AF28-050A-3BAE-79EA5AD4F3E6}"/>
          </ac:spMkLst>
        </pc:spChg>
        <pc:spChg chg="mod">
          <ac:chgData name="#LE HOANG MINH#" userId="7bd19cc6-9867-4cb6-94f2-e799062b36c1" providerId="ADAL" clId="{BDA0C14F-5727-525B-805A-F12E83C00286}" dt="2026-04-09T20:59:30.752" v="1789" actId="1076"/>
          <ac:spMkLst>
            <pc:docMk/>
            <pc:sldMk cId="2504799593" sldId="2134804541"/>
            <ac:spMk id="57" creationId="{EFD41689-8613-0E53-F09E-B83A89B259AC}"/>
          </ac:spMkLst>
        </pc:spChg>
        <pc:picChg chg="add mod">
          <ac:chgData name="#LE HOANG MINH#" userId="7bd19cc6-9867-4cb6-94f2-e799062b36c1" providerId="ADAL" clId="{BDA0C14F-5727-525B-805A-F12E83C00286}" dt="2026-04-09T20:59:28.273" v="1788" actId="1076"/>
          <ac:picMkLst>
            <pc:docMk/>
            <pc:sldMk cId="2504799593" sldId="2134804541"/>
            <ac:picMk id="4" creationId="{9F63BD24-B87E-286B-E66C-A535106D4D77}"/>
          </ac:picMkLst>
        </pc:picChg>
        <pc:picChg chg="del mod">
          <ac:chgData name="#LE HOANG MINH#" userId="7bd19cc6-9867-4cb6-94f2-e799062b36c1" providerId="ADAL" clId="{BDA0C14F-5727-525B-805A-F12E83C00286}" dt="2026-04-09T20:58:42.542" v="1765" actId="478"/>
          <ac:picMkLst>
            <pc:docMk/>
            <pc:sldMk cId="2504799593" sldId="2134804541"/>
            <ac:picMk id="9" creationId="{3262C755-272E-62D5-B97F-66A94DBE1DD2}"/>
          </ac:picMkLst>
        </pc:picChg>
        <pc:picChg chg="del">
          <ac:chgData name="#LE HOANG MINH#" userId="7bd19cc6-9867-4cb6-94f2-e799062b36c1" providerId="ADAL" clId="{BDA0C14F-5727-525B-805A-F12E83C00286}" dt="2026-04-09T20:58:49.284" v="1768" actId="478"/>
          <ac:picMkLst>
            <pc:docMk/>
            <pc:sldMk cId="2504799593" sldId="2134804541"/>
            <ac:picMk id="10" creationId="{CC044C5F-E330-1270-0835-96DB7552806F}"/>
          </ac:picMkLst>
        </pc:picChg>
        <pc:picChg chg="del">
          <ac:chgData name="#LE HOANG MINH#" userId="7bd19cc6-9867-4cb6-94f2-e799062b36c1" providerId="ADAL" clId="{BDA0C14F-5727-525B-805A-F12E83C00286}" dt="2026-04-09T20:58:48.284" v="1767" actId="478"/>
          <ac:picMkLst>
            <pc:docMk/>
            <pc:sldMk cId="2504799593" sldId="2134804541"/>
            <ac:picMk id="11" creationId="{5C74BBBA-8963-2D3A-9BC7-1BB5F829C310}"/>
          </ac:picMkLst>
        </pc:picChg>
        <pc:picChg chg="del">
          <ac:chgData name="#LE HOANG MINH#" userId="7bd19cc6-9867-4cb6-94f2-e799062b36c1" providerId="ADAL" clId="{BDA0C14F-5727-525B-805A-F12E83C00286}" dt="2026-04-09T20:58:51.340" v="1770" actId="478"/>
          <ac:picMkLst>
            <pc:docMk/>
            <pc:sldMk cId="2504799593" sldId="2134804541"/>
            <ac:picMk id="13" creationId="{EE27EC3A-7591-A312-DE32-D845390E3B8E}"/>
          </ac:picMkLst>
        </pc:picChg>
        <pc:picChg chg="del">
          <ac:chgData name="#LE HOANG MINH#" userId="7bd19cc6-9867-4cb6-94f2-e799062b36c1" providerId="ADAL" clId="{BDA0C14F-5727-525B-805A-F12E83C00286}" dt="2026-04-09T20:58:50.233" v="1769" actId="478"/>
          <ac:picMkLst>
            <pc:docMk/>
            <pc:sldMk cId="2504799593" sldId="2134804541"/>
            <ac:picMk id="30" creationId="{E4E08EA6-08FE-CA99-DDD3-3D5D70E1241A}"/>
          </ac:picMkLst>
        </pc:picChg>
      </pc:sldChg>
      <pc:sldChg chg="addSp delSp modSp add mod">
        <pc:chgData name="#LE HOANG MINH#" userId="7bd19cc6-9867-4cb6-94f2-e799062b36c1" providerId="ADAL" clId="{BDA0C14F-5727-525B-805A-F12E83C00286}" dt="2026-04-09T21:12:46.539" v="2449" actId="20577"/>
        <pc:sldMkLst>
          <pc:docMk/>
          <pc:sldMk cId="2942483705" sldId="2134804542"/>
        </pc:sldMkLst>
        <pc:spChg chg="mod">
          <ac:chgData name="#LE HOANG MINH#" userId="7bd19cc6-9867-4cb6-94f2-e799062b36c1" providerId="ADAL" clId="{BDA0C14F-5727-525B-805A-F12E83C00286}" dt="2026-04-09T21:00:55.624" v="1958" actId="20577"/>
          <ac:spMkLst>
            <pc:docMk/>
            <pc:sldMk cId="2942483705" sldId="2134804542"/>
            <ac:spMk id="5" creationId="{74993C67-F1EC-911F-CA33-6A10034ECCB1}"/>
          </ac:spMkLst>
        </pc:spChg>
        <pc:spChg chg="add del mod">
          <ac:chgData name="#LE HOANG MINH#" userId="7bd19cc6-9867-4cb6-94f2-e799062b36c1" providerId="ADAL" clId="{BDA0C14F-5727-525B-805A-F12E83C00286}" dt="2026-04-09T21:01:55.253" v="1999" actId="478"/>
          <ac:spMkLst>
            <pc:docMk/>
            <pc:sldMk cId="2942483705" sldId="2134804542"/>
            <ac:spMk id="6" creationId="{785A02E1-2779-0B4E-13DF-CD2D2B27C78C}"/>
          </ac:spMkLst>
        </pc:spChg>
        <pc:spChg chg="add mod">
          <ac:chgData name="#LE HOANG MINH#" userId="7bd19cc6-9867-4cb6-94f2-e799062b36c1" providerId="ADAL" clId="{BDA0C14F-5727-525B-805A-F12E83C00286}" dt="2026-04-09T21:10:44.149" v="2310" actId="20577"/>
          <ac:spMkLst>
            <pc:docMk/>
            <pc:sldMk cId="2942483705" sldId="2134804542"/>
            <ac:spMk id="7" creationId="{FF32DCB7-C21E-DDBB-71CE-B74B7C6592F8}"/>
          </ac:spMkLst>
        </pc:spChg>
        <pc:spChg chg="add del mod">
          <ac:chgData name="#LE HOANG MINH#" userId="7bd19cc6-9867-4cb6-94f2-e799062b36c1" providerId="ADAL" clId="{BDA0C14F-5727-525B-805A-F12E83C00286}" dt="2026-04-09T21:05:15.848" v="2037" actId="478"/>
          <ac:spMkLst>
            <pc:docMk/>
            <pc:sldMk cId="2942483705" sldId="2134804542"/>
            <ac:spMk id="8" creationId="{AA61105F-F0C3-361A-FF2A-2907CC909A91}"/>
          </ac:spMkLst>
        </pc:spChg>
        <pc:spChg chg="add mod">
          <ac:chgData name="#LE HOANG MINH#" userId="7bd19cc6-9867-4cb6-94f2-e799062b36c1" providerId="ADAL" clId="{BDA0C14F-5727-525B-805A-F12E83C00286}" dt="2026-04-09T21:10:00.960" v="2261" actId="20577"/>
          <ac:spMkLst>
            <pc:docMk/>
            <pc:sldMk cId="2942483705" sldId="2134804542"/>
            <ac:spMk id="9" creationId="{D955996F-D93A-4257-CE4C-41B6604890B5}"/>
          </ac:spMkLst>
        </pc:spChg>
        <pc:spChg chg="add mod">
          <ac:chgData name="#LE HOANG MINH#" userId="7bd19cc6-9867-4cb6-94f2-e799062b36c1" providerId="ADAL" clId="{BDA0C14F-5727-525B-805A-F12E83C00286}" dt="2026-04-09T21:10:05.313" v="2268" actId="20577"/>
          <ac:spMkLst>
            <pc:docMk/>
            <pc:sldMk cId="2942483705" sldId="2134804542"/>
            <ac:spMk id="10" creationId="{96610792-9522-7F2F-FBEF-1C03ACEB23B7}"/>
          </ac:spMkLst>
        </pc:spChg>
        <pc:spChg chg="add mod">
          <ac:chgData name="#LE HOANG MINH#" userId="7bd19cc6-9867-4cb6-94f2-e799062b36c1" providerId="ADAL" clId="{BDA0C14F-5727-525B-805A-F12E83C00286}" dt="2026-04-09T21:10:40.170" v="2308" actId="5793"/>
          <ac:spMkLst>
            <pc:docMk/>
            <pc:sldMk cId="2942483705" sldId="2134804542"/>
            <ac:spMk id="17" creationId="{35D08E7E-D66E-7B34-EE2A-A931D1F0F83E}"/>
          </ac:spMkLst>
        </pc:spChg>
        <pc:spChg chg="add mod">
          <ac:chgData name="#LE HOANG MINH#" userId="7bd19cc6-9867-4cb6-94f2-e799062b36c1" providerId="ADAL" clId="{BDA0C14F-5727-525B-805A-F12E83C00286}" dt="2026-04-09T21:10:35.600" v="2304" actId="5793"/>
          <ac:spMkLst>
            <pc:docMk/>
            <pc:sldMk cId="2942483705" sldId="2134804542"/>
            <ac:spMk id="19" creationId="{59D8D47A-93D4-F609-E83F-7E82A82448F4}"/>
          </ac:spMkLst>
        </pc:spChg>
        <pc:spChg chg="add mod">
          <ac:chgData name="#LE HOANG MINH#" userId="7bd19cc6-9867-4cb6-94f2-e799062b36c1" providerId="ADAL" clId="{BDA0C14F-5727-525B-805A-F12E83C00286}" dt="2026-04-09T21:10:37.715" v="2306" actId="5793"/>
          <ac:spMkLst>
            <pc:docMk/>
            <pc:sldMk cId="2942483705" sldId="2134804542"/>
            <ac:spMk id="20" creationId="{B7640A18-3F2F-5854-880E-B5CD77F895F6}"/>
          </ac:spMkLst>
        </pc:spChg>
        <pc:spChg chg="add mod">
          <ac:chgData name="#LE HOANG MINH#" userId="7bd19cc6-9867-4cb6-94f2-e799062b36c1" providerId="ADAL" clId="{BDA0C14F-5727-525B-805A-F12E83C00286}" dt="2026-04-09T21:08:17.816" v="2177" actId="1076"/>
          <ac:spMkLst>
            <pc:docMk/>
            <pc:sldMk cId="2942483705" sldId="2134804542"/>
            <ac:spMk id="25" creationId="{FB7661E3-7088-6FA2-B1B4-D474D21E7058}"/>
          </ac:spMkLst>
        </pc:spChg>
        <pc:spChg chg="add mod">
          <ac:chgData name="#LE HOANG MINH#" userId="7bd19cc6-9867-4cb6-94f2-e799062b36c1" providerId="ADAL" clId="{BDA0C14F-5727-525B-805A-F12E83C00286}" dt="2026-04-09T21:10:20.888" v="2280" actId="5793"/>
          <ac:spMkLst>
            <pc:docMk/>
            <pc:sldMk cId="2942483705" sldId="2134804542"/>
            <ac:spMk id="26" creationId="{1A60C168-0248-C2F0-E084-0A6C1E29C479}"/>
          </ac:spMkLst>
        </pc:spChg>
        <pc:spChg chg="add mod">
          <ac:chgData name="#LE HOANG MINH#" userId="7bd19cc6-9867-4cb6-94f2-e799062b36c1" providerId="ADAL" clId="{BDA0C14F-5727-525B-805A-F12E83C00286}" dt="2026-04-09T21:11:35.163" v="2360" actId="1076"/>
          <ac:spMkLst>
            <pc:docMk/>
            <pc:sldMk cId="2942483705" sldId="2134804542"/>
            <ac:spMk id="28" creationId="{28D02D10-16FB-C714-8A6D-6C0FD30780F8}"/>
          </ac:spMkLst>
        </pc:spChg>
        <pc:spChg chg="add mod">
          <ac:chgData name="#LE HOANG MINH#" userId="7bd19cc6-9867-4cb6-94f2-e799062b36c1" providerId="ADAL" clId="{BDA0C14F-5727-525B-805A-F12E83C00286}" dt="2026-04-09T21:09:36.624" v="2243" actId="20577"/>
          <ac:spMkLst>
            <pc:docMk/>
            <pc:sldMk cId="2942483705" sldId="2134804542"/>
            <ac:spMk id="29" creationId="{00552FA7-9750-395F-0A2D-A23B75F6B052}"/>
          </ac:spMkLst>
        </pc:spChg>
        <pc:spChg chg="add mod">
          <ac:chgData name="#LE HOANG MINH#" userId="7bd19cc6-9867-4cb6-94f2-e799062b36c1" providerId="ADAL" clId="{BDA0C14F-5727-525B-805A-F12E83C00286}" dt="2026-04-09T21:12:09.806" v="2409" actId="1036"/>
          <ac:spMkLst>
            <pc:docMk/>
            <pc:sldMk cId="2942483705" sldId="2134804542"/>
            <ac:spMk id="35" creationId="{8EFC4FF6-3302-B616-31A1-6D09BB96F0B7}"/>
          </ac:spMkLst>
        </pc:spChg>
        <pc:spChg chg="add mod">
          <ac:chgData name="#LE HOANG MINH#" userId="7bd19cc6-9867-4cb6-94f2-e799062b36c1" providerId="ADAL" clId="{BDA0C14F-5727-525B-805A-F12E83C00286}" dt="2026-04-09T21:12:07.077" v="2400" actId="1035"/>
          <ac:spMkLst>
            <pc:docMk/>
            <pc:sldMk cId="2942483705" sldId="2134804542"/>
            <ac:spMk id="36" creationId="{B2B80EED-A0FD-2BDC-B475-19D17B7F743C}"/>
          </ac:spMkLst>
        </pc:spChg>
        <pc:spChg chg="add mod">
          <ac:chgData name="#LE HOANG MINH#" userId="7bd19cc6-9867-4cb6-94f2-e799062b36c1" providerId="ADAL" clId="{BDA0C14F-5727-525B-805A-F12E83C00286}" dt="2026-04-09T21:12:46.539" v="2449" actId="20577"/>
          <ac:spMkLst>
            <pc:docMk/>
            <pc:sldMk cId="2942483705" sldId="2134804542"/>
            <ac:spMk id="37" creationId="{12AD6FF0-4ED5-7988-98E9-28634EA26375}"/>
          </ac:spMkLst>
        </pc:spChg>
        <pc:picChg chg="add mod">
          <ac:chgData name="#LE HOANG MINH#" userId="7bd19cc6-9867-4cb6-94f2-e799062b36c1" providerId="ADAL" clId="{BDA0C14F-5727-525B-805A-F12E83C00286}" dt="2026-04-09T21:01:20.885" v="1961" actId="1076"/>
          <ac:picMkLst>
            <pc:docMk/>
            <pc:sldMk cId="2942483705" sldId="2134804542"/>
            <ac:picMk id="3" creationId="{D47A10B1-ED48-6CC2-8FEE-7D4CC68F4B73}"/>
          </ac:picMkLst>
        </pc:picChg>
        <pc:cxnChg chg="add">
          <ac:chgData name="#LE HOANG MINH#" userId="7bd19cc6-9867-4cb6-94f2-e799062b36c1" providerId="ADAL" clId="{BDA0C14F-5727-525B-805A-F12E83C00286}" dt="2026-04-09T21:06:38.237" v="2130" actId="11529"/>
          <ac:cxnSpMkLst>
            <pc:docMk/>
            <pc:sldMk cId="2942483705" sldId="2134804542"/>
            <ac:cxnSpMk id="12" creationId="{026E8606-6153-729D-8F33-44DE512489A8}"/>
          </ac:cxnSpMkLst>
        </pc:cxnChg>
        <pc:cxnChg chg="add mod">
          <ac:chgData name="#LE HOANG MINH#" userId="7bd19cc6-9867-4cb6-94f2-e799062b36c1" providerId="ADAL" clId="{BDA0C14F-5727-525B-805A-F12E83C00286}" dt="2026-04-09T21:08:34.068" v="2180" actId="255"/>
          <ac:cxnSpMkLst>
            <pc:docMk/>
            <pc:sldMk cId="2942483705" sldId="2134804542"/>
            <ac:cxnSpMk id="14" creationId="{070CD89A-3D74-6534-D6EE-B994EE806896}"/>
          </ac:cxnSpMkLst>
        </pc:cxnChg>
        <pc:cxnChg chg="add">
          <ac:chgData name="#LE HOANG MINH#" userId="7bd19cc6-9867-4cb6-94f2-e799062b36c1" providerId="ADAL" clId="{BDA0C14F-5727-525B-805A-F12E83C00286}" dt="2026-04-09T21:06:52.081" v="2132" actId="11529"/>
          <ac:cxnSpMkLst>
            <pc:docMk/>
            <pc:sldMk cId="2942483705" sldId="2134804542"/>
            <ac:cxnSpMk id="16" creationId="{9AE485AC-FDAC-66A9-104E-ACCD5A343A21}"/>
          </ac:cxnSpMkLst>
        </pc:cxnChg>
        <pc:cxnChg chg="add mod">
          <ac:chgData name="#LE HOANG MINH#" userId="7bd19cc6-9867-4cb6-94f2-e799062b36c1" providerId="ADAL" clId="{BDA0C14F-5727-525B-805A-F12E83C00286}" dt="2026-04-09T21:07:12.909" v="2144" actId="1076"/>
          <ac:cxnSpMkLst>
            <pc:docMk/>
            <pc:sldMk cId="2942483705" sldId="2134804542"/>
            <ac:cxnSpMk id="18" creationId="{1FFE109C-221B-6A38-A921-9B605081DD15}"/>
          </ac:cxnSpMkLst>
        </pc:cxnChg>
        <pc:cxnChg chg="add">
          <ac:chgData name="#LE HOANG MINH#" userId="7bd19cc6-9867-4cb6-94f2-e799062b36c1" providerId="ADAL" clId="{BDA0C14F-5727-525B-805A-F12E83C00286}" dt="2026-04-09T21:07:51.577" v="2173" actId="11529"/>
          <ac:cxnSpMkLst>
            <pc:docMk/>
            <pc:sldMk cId="2942483705" sldId="2134804542"/>
            <ac:cxnSpMk id="22" creationId="{696F9CC8-C875-E52F-7EAB-713EC5FE15BD}"/>
          </ac:cxnSpMkLst>
        </pc:cxnChg>
        <pc:cxnChg chg="add mod">
          <ac:chgData name="#LE HOANG MINH#" userId="7bd19cc6-9867-4cb6-94f2-e799062b36c1" providerId="ADAL" clId="{BDA0C14F-5727-525B-805A-F12E83C00286}" dt="2026-04-09T21:10:37.713" v="2305" actId="20577"/>
          <ac:cxnSpMkLst>
            <pc:docMk/>
            <pc:sldMk cId="2942483705" sldId="2134804542"/>
            <ac:cxnSpMk id="24" creationId="{FE1AA289-1B77-FB7E-B298-D8A53F7A25E3}"/>
          </ac:cxnSpMkLst>
        </pc:cxnChg>
        <pc:cxnChg chg="add mod">
          <ac:chgData name="#LE HOANG MINH#" userId="7bd19cc6-9867-4cb6-94f2-e799062b36c1" providerId="ADAL" clId="{BDA0C14F-5727-525B-805A-F12E83C00286}" dt="2026-04-09T21:08:55.812" v="2192" actId="1076"/>
          <ac:cxnSpMkLst>
            <pc:docMk/>
            <pc:sldMk cId="2942483705" sldId="2134804542"/>
            <ac:cxnSpMk id="27" creationId="{ADDD1C33-9FE1-0B69-9E66-831542FA949F}"/>
          </ac:cxnSpMkLst>
        </pc:cxnChg>
        <pc:cxnChg chg="add mod">
          <ac:chgData name="#LE HOANG MINH#" userId="7bd19cc6-9867-4cb6-94f2-e799062b36c1" providerId="ADAL" clId="{BDA0C14F-5727-525B-805A-F12E83C00286}" dt="2026-04-09T21:09:43.911" v="2246" actId="14100"/>
          <ac:cxnSpMkLst>
            <pc:docMk/>
            <pc:sldMk cId="2942483705" sldId="2134804542"/>
            <ac:cxnSpMk id="30" creationId="{F655AD80-708A-F3A5-9BC0-31E82F3F7D69}"/>
          </ac:cxnSpMkLst>
        </pc:cxnChg>
        <pc:cxnChg chg="add mod">
          <ac:chgData name="#LE HOANG MINH#" userId="7bd19cc6-9867-4cb6-94f2-e799062b36c1" providerId="ADAL" clId="{BDA0C14F-5727-525B-805A-F12E83C00286}" dt="2026-04-09T21:09:46.863" v="2248" actId="1076"/>
          <ac:cxnSpMkLst>
            <pc:docMk/>
            <pc:sldMk cId="2942483705" sldId="2134804542"/>
            <ac:cxnSpMk id="32" creationId="{B53B24BE-0290-5558-FDFD-C627FCBB061F}"/>
          </ac:cxnSpMkLst>
        </pc:cxnChg>
        <pc:cxnChg chg="add mod">
          <ac:chgData name="#LE HOANG MINH#" userId="7bd19cc6-9867-4cb6-94f2-e799062b36c1" providerId="ADAL" clId="{BDA0C14F-5727-525B-805A-F12E83C00286}" dt="2026-04-09T21:11:24.749" v="2347" actId="14100"/>
          <ac:cxnSpMkLst>
            <pc:docMk/>
            <pc:sldMk cId="2942483705" sldId="2134804542"/>
            <ac:cxnSpMk id="33" creationId="{984F87EE-9B97-A6FF-CD81-1264C6303B21}"/>
          </ac:cxnSpMkLst>
        </pc:cxnChg>
      </pc:sldChg>
      <pc:sldChg chg="addSp delSp modSp add mod modAnim">
        <pc:chgData name="#LE HOANG MINH#" userId="7bd19cc6-9867-4cb6-94f2-e799062b36c1" providerId="ADAL" clId="{BDA0C14F-5727-525B-805A-F12E83C00286}" dt="2026-04-09T21:20:07.190" v="2633"/>
        <pc:sldMkLst>
          <pc:docMk/>
          <pc:sldMk cId="133955910" sldId="2134804543"/>
        </pc:sldMkLst>
        <pc:spChg chg="mod">
          <ac:chgData name="#LE HOANG MINH#" userId="7bd19cc6-9867-4cb6-94f2-e799062b36c1" providerId="ADAL" clId="{BDA0C14F-5727-525B-805A-F12E83C00286}" dt="2026-04-09T21:17:05.685" v="2595" actId="255"/>
          <ac:spMkLst>
            <pc:docMk/>
            <pc:sldMk cId="133955910" sldId="2134804543"/>
            <ac:spMk id="5" creationId="{3AC73E3B-22C3-B585-F287-7E1B025E3CF7}"/>
          </ac:spMkLst>
        </pc:spChg>
        <pc:spChg chg="add">
          <ac:chgData name="#LE HOANG MINH#" userId="7bd19cc6-9867-4cb6-94f2-e799062b36c1" providerId="ADAL" clId="{BDA0C14F-5727-525B-805A-F12E83C00286}" dt="2026-04-09T21:14:38.629" v="2533"/>
          <ac:spMkLst>
            <pc:docMk/>
            <pc:sldMk cId="133955910" sldId="2134804543"/>
            <ac:spMk id="6" creationId="{6BC9551B-FDA2-F50F-A866-F624DA71F64E}"/>
          </ac:spMkLst>
        </pc:spChg>
        <pc:spChg chg="del">
          <ac:chgData name="#LE HOANG MINH#" userId="7bd19cc6-9867-4cb6-94f2-e799062b36c1" providerId="ADAL" clId="{BDA0C14F-5727-525B-805A-F12E83C00286}" dt="2026-04-09T21:13:03.703" v="2451" actId="478"/>
          <ac:spMkLst>
            <pc:docMk/>
            <pc:sldMk cId="133955910" sldId="2134804543"/>
            <ac:spMk id="7" creationId="{E7AA3AB5-2D77-4506-3D40-4572C4451F9C}"/>
          </ac:spMkLst>
        </pc:spChg>
        <pc:spChg chg="add">
          <ac:chgData name="#LE HOANG MINH#" userId="7bd19cc6-9867-4cb6-94f2-e799062b36c1" providerId="ADAL" clId="{BDA0C14F-5727-525B-805A-F12E83C00286}" dt="2026-04-09T21:14:42.164" v="2535"/>
          <ac:spMkLst>
            <pc:docMk/>
            <pc:sldMk cId="133955910" sldId="2134804543"/>
            <ac:spMk id="8" creationId="{FAD8AB65-67EC-B165-194E-A3D027641699}"/>
          </ac:spMkLst>
        </pc:spChg>
        <pc:spChg chg="del">
          <ac:chgData name="#LE HOANG MINH#" userId="7bd19cc6-9867-4cb6-94f2-e799062b36c1" providerId="ADAL" clId="{BDA0C14F-5727-525B-805A-F12E83C00286}" dt="2026-04-09T21:13:08.356" v="2454" actId="478"/>
          <ac:spMkLst>
            <pc:docMk/>
            <pc:sldMk cId="133955910" sldId="2134804543"/>
            <ac:spMk id="9" creationId="{F9338433-0A0D-0D19-317B-D9CD6D0DDB0B}"/>
          </ac:spMkLst>
        </pc:spChg>
        <pc:spChg chg="del">
          <ac:chgData name="#LE HOANG MINH#" userId="7bd19cc6-9867-4cb6-94f2-e799062b36c1" providerId="ADAL" clId="{BDA0C14F-5727-525B-805A-F12E83C00286}" dt="2026-04-09T21:13:08.356" v="2454" actId="478"/>
          <ac:spMkLst>
            <pc:docMk/>
            <pc:sldMk cId="133955910" sldId="2134804543"/>
            <ac:spMk id="10" creationId="{99AC30B2-954F-8ED4-31F4-73028A763377}"/>
          </ac:spMkLst>
        </pc:spChg>
        <pc:spChg chg="del">
          <ac:chgData name="#LE HOANG MINH#" userId="7bd19cc6-9867-4cb6-94f2-e799062b36c1" providerId="ADAL" clId="{BDA0C14F-5727-525B-805A-F12E83C00286}" dt="2026-04-09T21:13:03.703" v="2451" actId="478"/>
          <ac:spMkLst>
            <pc:docMk/>
            <pc:sldMk cId="133955910" sldId="2134804543"/>
            <ac:spMk id="17" creationId="{AAF98806-85CF-95C7-6633-8A6DD36CCE64}"/>
          </ac:spMkLst>
        </pc:spChg>
        <pc:spChg chg="del">
          <ac:chgData name="#LE HOANG MINH#" userId="7bd19cc6-9867-4cb6-94f2-e799062b36c1" providerId="ADAL" clId="{BDA0C14F-5727-525B-805A-F12E83C00286}" dt="2026-04-09T21:13:10.518" v="2455" actId="478"/>
          <ac:spMkLst>
            <pc:docMk/>
            <pc:sldMk cId="133955910" sldId="2134804543"/>
            <ac:spMk id="19" creationId="{95C7CFA1-6A32-8FD5-9102-3E1A72490118}"/>
          </ac:spMkLst>
        </pc:spChg>
        <pc:spChg chg="del">
          <ac:chgData name="#LE HOANG MINH#" userId="7bd19cc6-9867-4cb6-94f2-e799062b36c1" providerId="ADAL" clId="{BDA0C14F-5727-525B-805A-F12E83C00286}" dt="2026-04-09T21:13:10.518" v="2455" actId="478"/>
          <ac:spMkLst>
            <pc:docMk/>
            <pc:sldMk cId="133955910" sldId="2134804543"/>
            <ac:spMk id="20" creationId="{C895D429-E8F4-C449-F070-C9870789D700}"/>
          </ac:spMkLst>
        </pc:spChg>
        <pc:spChg chg="del">
          <ac:chgData name="#LE HOANG MINH#" userId="7bd19cc6-9867-4cb6-94f2-e799062b36c1" providerId="ADAL" clId="{BDA0C14F-5727-525B-805A-F12E83C00286}" dt="2026-04-09T21:13:03.703" v="2451" actId="478"/>
          <ac:spMkLst>
            <pc:docMk/>
            <pc:sldMk cId="133955910" sldId="2134804543"/>
            <ac:spMk id="26" creationId="{F15FC6D1-5F89-E438-EAAB-69C0FC84EF7A}"/>
          </ac:spMkLst>
        </pc:spChg>
        <pc:spChg chg="del">
          <ac:chgData name="#LE HOANG MINH#" userId="7bd19cc6-9867-4cb6-94f2-e799062b36c1" providerId="ADAL" clId="{BDA0C14F-5727-525B-805A-F12E83C00286}" dt="2026-04-09T21:13:10.518" v="2455" actId="478"/>
          <ac:spMkLst>
            <pc:docMk/>
            <pc:sldMk cId="133955910" sldId="2134804543"/>
            <ac:spMk id="28" creationId="{3A08A325-C692-8CC7-A5B4-BA6361A836B0}"/>
          </ac:spMkLst>
        </pc:spChg>
        <pc:spChg chg="del">
          <ac:chgData name="#LE HOANG MINH#" userId="7bd19cc6-9867-4cb6-94f2-e799062b36c1" providerId="ADAL" clId="{BDA0C14F-5727-525B-805A-F12E83C00286}" dt="2026-04-09T21:13:08.356" v="2454" actId="478"/>
          <ac:spMkLst>
            <pc:docMk/>
            <pc:sldMk cId="133955910" sldId="2134804543"/>
            <ac:spMk id="29" creationId="{6F737B3A-04A8-8FB5-1C20-4F4CF30193B6}"/>
          </ac:spMkLst>
        </pc:spChg>
        <pc:spChg chg="del">
          <ac:chgData name="#LE HOANG MINH#" userId="7bd19cc6-9867-4cb6-94f2-e799062b36c1" providerId="ADAL" clId="{BDA0C14F-5727-525B-805A-F12E83C00286}" dt="2026-04-09T21:13:13.540" v="2457" actId="478"/>
          <ac:spMkLst>
            <pc:docMk/>
            <pc:sldMk cId="133955910" sldId="2134804543"/>
            <ac:spMk id="35" creationId="{68F6F100-B8D1-57BA-4FD7-F035B8694D96}"/>
          </ac:spMkLst>
        </pc:spChg>
        <pc:spChg chg="del">
          <ac:chgData name="#LE HOANG MINH#" userId="7bd19cc6-9867-4cb6-94f2-e799062b36c1" providerId="ADAL" clId="{BDA0C14F-5727-525B-805A-F12E83C00286}" dt="2026-04-09T21:13:11.423" v="2456" actId="478"/>
          <ac:spMkLst>
            <pc:docMk/>
            <pc:sldMk cId="133955910" sldId="2134804543"/>
            <ac:spMk id="36" creationId="{14D6423D-66FF-BD3E-65FB-8343B30C5164}"/>
          </ac:spMkLst>
        </pc:spChg>
        <pc:spChg chg="del">
          <ac:chgData name="#LE HOANG MINH#" userId="7bd19cc6-9867-4cb6-94f2-e799062b36c1" providerId="ADAL" clId="{BDA0C14F-5727-525B-805A-F12E83C00286}" dt="2026-04-09T21:13:03.703" v="2451" actId="478"/>
          <ac:spMkLst>
            <pc:docMk/>
            <pc:sldMk cId="133955910" sldId="2134804543"/>
            <ac:spMk id="37" creationId="{AD603D6E-F9A4-1D27-CDFA-8F8E568989A6}"/>
          </ac:spMkLst>
        </pc:spChg>
        <pc:picChg chg="del">
          <ac:chgData name="#LE HOANG MINH#" userId="7bd19cc6-9867-4cb6-94f2-e799062b36c1" providerId="ADAL" clId="{BDA0C14F-5727-525B-805A-F12E83C00286}" dt="2026-04-09T21:13:05.958" v="2453" actId="478"/>
          <ac:picMkLst>
            <pc:docMk/>
            <pc:sldMk cId="133955910" sldId="2134804543"/>
            <ac:picMk id="3" creationId="{C5AA91AA-64F7-9C29-7DD2-A7AAB4079036}"/>
          </ac:picMkLst>
        </pc:picChg>
        <pc:cxnChg chg="del">
          <ac:chgData name="#LE HOANG MINH#" userId="7bd19cc6-9867-4cb6-94f2-e799062b36c1" providerId="ADAL" clId="{BDA0C14F-5727-525B-805A-F12E83C00286}" dt="2026-04-09T21:13:03.703" v="2451" actId="478"/>
          <ac:cxnSpMkLst>
            <pc:docMk/>
            <pc:sldMk cId="133955910" sldId="2134804543"/>
            <ac:cxnSpMk id="12" creationId="{188F6AAD-D7FE-7223-B4E2-56175765126A}"/>
          </ac:cxnSpMkLst>
        </pc:cxnChg>
        <pc:cxnChg chg="del mod">
          <ac:chgData name="#LE HOANG MINH#" userId="7bd19cc6-9867-4cb6-94f2-e799062b36c1" providerId="ADAL" clId="{BDA0C14F-5727-525B-805A-F12E83C00286}" dt="2026-04-09T21:13:08.356" v="2454" actId="478"/>
          <ac:cxnSpMkLst>
            <pc:docMk/>
            <pc:sldMk cId="133955910" sldId="2134804543"/>
            <ac:cxnSpMk id="14" creationId="{868F919B-B25B-A7F3-4C8A-465D1440355C}"/>
          </ac:cxnSpMkLst>
        </pc:cxnChg>
        <pc:cxnChg chg="del">
          <ac:chgData name="#LE HOANG MINH#" userId="7bd19cc6-9867-4cb6-94f2-e799062b36c1" providerId="ADAL" clId="{BDA0C14F-5727-525B-805A-F12E83C00286}" dt="2026-04-09T21:13:03.703" v="2451" actId="478"/>
          <ac:cxnSpMkLst>
            <pc:docMk/>
            <pc:sldMk cId="133955910" sldId="2134804543"/>
            <ac:cxnSpMk id="16" creationId="{14A0715D-22BE-34FB-C204-E84296D0CC6E}"/>
          </ac:cxnSpMkLst>
        </pc:cxnChg>
        <pc:cxnChg chg="del">
          <ac:chgData name="#LE HOANG MINH#" userId="7bd19cc6-9867-4cb6-94f2-e799062b36c1" providerId="ADAL" clId="{BDA0C14F-5727-525B-805A-F12E83C00286}" dt="2026-04-09T21:13:03.703" v="2451" actId="478"/>
          <ac:cxnSpMkLst>
            <pc:docMk/>
            <pc:sldMk cId="133955910" sldId="2134804543"/>
            <ac:cxnSpMk id="18" creationId="{1CCE8743-AB4A-B75B-BF67-12D42E50EBF7}"/>
          </ac:cxnSpMkLst>
        </pc:cxnChg>
        <pc:cxnChg chg="del">
          <ac:chgData name="#LE HOANG MINH#" userId="7bd19cc6-9867-4cb6-94f2-e799062b36c1" providerId="ADAL" clId="{BDA0C14F-5727-525B-805A-F12E83C00286}" dt="2026-04-09T21:13:03.703" v="2451" actId="478"/>
          <ac:cxnSpMkLst>
            <pc:docMk/>
            <pc:sldMk cId="133955910" sldId="2134804543"/>
            <ac:cxnSpMk id="22" creationId="{5460FDC5-B766-2D81-90CD-50E98B1773EB}"/>
          </ac:cxnSpMkLst>
        </pc:cxnChg>
        <pc:cxnChg chg="del mod">
          <ac:chgData name="#LE HOANG MINH#" userId="7bd19cc6-9867-4cb6-94f2-e799062b36c1" providerId="ADAL" clId="{BDA0C14F-5727-525B-805A-F12E83C00286}" dt="2026-04-09T21:13:03.703" v="2451" actId="478"/>
          <ac:cxnSpMkLst>
            <pc:docMk/>
            <pc:sldMk cId="133955910" sldId="2134804543"/>
            <ac:cxnSpMk id="24" creationId="{05A2A490-9C5A-55DC-CE2D-F2E8FD978BA1}"/>
          </ac:cxnSpMkLst>
        </pc:cxnChg>
        <pc:cxnChg chg="del mod">
          <ac:chgData name="#LE HOANG MINH#" userId="7bd19cc6-9867-4cb6-94f2-e799062b36c1" providerId="ADAL" clId="{BDA0C14F-5727-525B-805A-F12E83C00286}" dt="2026-04-09T21:13:05.144" v="2452" actId="478"/>
          <ac:cxnSpMkLst>
            <pc:docMk/>
            <pc:sldMk cId="133955910" sldId="2134804543"/>
            <ac:cxnSpMk id="30" creationId="{584EFD72-B4A8-97C7-99F0-D91ECEFECA80}"/>
          </ac:cxnSpMkLst>
        </pc:cxnChg>
        <pc:cxnChg chg="del">
          <ac:chgData name="#LE HOANG MINH#" userId="7bd19cc6-9867-4cb6-94f2-e799062b36c1" providerId="ADAL" clId="{BDA0C14F-5727-525B-805A-F12E83C00286}" dt="2026-04-09T21:13:08.356" v="2454" actId="478"/>
          <ac:cxnSpMkLst>
            <pc:docMk/>
            <pc:sldMk cId="133955910" sldId="2134804543"/>
            <ac:cxnSpMk id="32" creationId="{E1D2BC53-4ED2-0DE2-5C43-775C190F7EF8}"/>
          </ac:cxnSpMkLst>
        </pc:cxnChg>
        <pc:cxnChg chg="del">
          <ac:chgData name="#LE HOANG MINH#" userId="7bd19cc6-9867-4cb6-94f2-e799062b36c1" providerId="ADAL" clId="{BDA0C14F-5727-525B-805A-F12E83C00286}" dt="2026-04-09T21:13:03.703" v="2451" actId="478"/>
          <ac:cxnSpMkLst>
            <pc:docMk/>
            <pc:sldMk cId="133955910" sldId="2134804543"/>
            <ac:cxnSpMk id="33" creationId="{09ED7DFF-1DB3-DA49-7CDC-DF2BA9DF76E6}"/>
          </ac:cxnSpMkLst>
        </pc:cxnChg>
      </pc:sldChg>
      <pc:sldChg chg="addSp delSp modSp mod">
        <pc:chgData name="#LE HOANG MINH#" userId="7bd19cc6-9867-4cb6-94f2-e799062b36c1" providerId="ADAL" clId="{BDA0C14F-5727-525B-805A-F12E83C00286}" dt="2026-04-10T05:17:51.978" v="2657" actId="1076"/>
        <pc:sldMkLst>
          <pc:docMk/>
          <pc:sldMk cId="676925399" sldId="2134804545"/>
        </pc:sldMkLst>
        <pc:spChg chg="mod">
          <ac:chgData name="#LE HOANG MINH#" userId="7bd19cc6-9867-4cb6-94f2-e799062b36c1" providerId="ADAL" clId="{BDA0C14F-5727-525B-805A-F12E83C00286}" dt="2026-04-10T05:17:38.544" v="2656" actId="20577"/>
          <ac:spMkLst>
            <pc:docMk/>
            <pc:sldMk cId="676925399" sldId="2134804545"/>
            <ac:spMk id="2" creationId="{4F63EF6F-F10A-C9EE-ED65-DB90A24E4CD4}"/>
          </ac:spMkLst>
        </pc:spChg>
        <pc:spChg chg="del">
          <ac:chgData name="#LE HOANG MINH#" userId="7bd19cc6-9867-4cb6-94f2-e799062b36c1" providerId="ADAL" clId="{BDA0C14F-5727-525B-805A-F12E83C00286}" dt="2026-04-10T05:17:34.227" v="2640"/>
          <ac:spMkLst>
            <pc:docMk/>
            <pc:sldMk cId="676925399" sldId="2134804545"/>
            <ac:spMk id="3" creationId="{3CFCCE29-D0A4-7F2A-635B-D4942A2A6407}"/>
          </ac:spMkLst>
        </pc:spChg>
        <pc:picChg chg="add mod ord">
          <ac:chgData name="#LE HOANG MINH#" userId="7bd19cc6-9867-4cb6-94f2-e799062b36c1" providerId="ADAL" clId="{BDA0C14F-5727-525B-805A-F12E83C00286}" dt="2026-04-10T05:17:51.978" v="2657" actId="1076"/>
          <ac:picMkLst>
            <pc:docMk/>
            <pc:sldMk cId="676925399" sldId="2134804545"/>
            <ac:picMk id="5" creationId="{E8BC9AD3-ADBA-8D5E-4C1F-ADF9E0C13A4E}"/>
          </ac:picMkLst>
        </pc:picChg>
      </pc:sldChg>
    </pc:docChg>
  </pc:docChgLst>
  <pc:docChgLst>
    <pc:chgData name="#PANDA SUBRAT PRASAD#" userId="S::subratpr001@e.ntu.edu.sg::ec1adce1-cd14-42d8-8d91-b50f036fd8fb" providerId="AD" clId="Web-{67DE8E4E-60A9-9338-2B2B-795CEB170F96}"/>
    <pc:docChg chg="addSld modSld">
      <pc:chgData name="#PANDA SUBRAT PRASAD#" userId="S::subratpr001@e.ntu.edu.sg::ec1adce1-cd14-42d8-8d91-b50f036fd8fb" providerId="AD" clId="Web-{67DE8E4E-60A9-9338-2B2B-795CEB170F96}" dt="2026-03-19T09:22:25.107" v="6"/>
      <pc:docMkLst>
        <pc:docMk/>
      </pc:docMkLst>
    </pc:docChg>
  </pc:docChgLst>
  <pc:docChgLst>
    <pc:chgData name="#PANDA SUBRAT PRASAD#" userId="S::subratpr001@e.ntu.edu.sg::ec1adce1-cd14-42d8-8d91-b50f036fd8fb" providerId="AD" clId="Web-{7BE11541-2300-F9DD-3D70-DFE63B9D3DEF}"/>
    <pc:docChg chg="addSld modSld">
      <pc:chgData name="#PANDA SUBRAT PRASAD#" userId="S::subratpr001@e.ntu.edu.sg::ec1adce1-cd14-42d8-8d91-b50f036fd8fb" providerId="AD" clId="Web-{7BE11541-2300-F9DD-3D70-DFE63B9D3DEF}" dt="2026-03-18T08:43:57.424" v="127" actId="20577"/>
      <pc:docMkLst>
        <pc:docMk/>
      </pc:docMkLst>
      <pc:sldChg chg="modSp new">
        <pc:chgData name="#PANDA SUBRAT PRASAD#" userId="S::subratpr001@e.ntu.edu.sg::ec1adce1-cd14-42d8-8d91-b50f036fd8fb" providerId="AD" clId="Web-{7BE11541-2300-F9DD-3D70-DFE63B9D3DEF}" dt="2026-03-18T07:52:13.239" v="19" actId="20577"/>
        <pc:sldMkLst>
          <pc:docMk/>
          <pc:sldMk cId="2268257680" sldId="257"/>
        </pc:sldMkLst>
        <pc:spChg chg="mod">
          <ac:chgData name="#PANDA SUBRAT PRASAD#" userId="S::subratpr001@e.ntu.edu.sg::ec1adce1-cd14-42d8-8d91-b50f036fd8fb" providerId="AD" clId="Web-{7BE11541-2300-F9DD-3D70-DFE63B9D3DEF}" dt="2026-03-18T07:52:13.239" v="19" actId="20577"/>
          <ac:spMkLst>
            <pc:docMk/>
            <pc:sldMk cId="2268257680" sldId="257"/>
            <ac:spMk id="3" creationId="{66A2C4DD-8D00-785E-6CEA-A6C09477C0E3}"/>
          </ac:spMkLst>
        </pc:spChg>
      </pc:sldChg>
      <pc:sldChg chg="modSp new">
        <pc:chgData name="#PANDA SUBRAT PRASAD#" userId="S::subratpr001@e.ntu.edu.sg::ec1adce1-cd14-42d8-8d91-b50f036fd8fb" providerId="AD" clId="Web-{7BE11541-2300-F9DD-3D70-DFE63B9D3DEF}" dt="2026-03-18T08:43:57.424" v="127" actId="20577"/>
        <pc:sldMkLst>
          <pc:docMk/>
          <pc:sldMk cId="1250846463" sldId="258"/>
        </pc:sldMkLst>
        <pc:spChg chg="mod">
          <ac:chgData name="#PANDA SUBRAT PRASAD#" userId="S::subratpr001@e.ntu.edu.sg::ec1adce1-cd14-42d8-8d91-b50f036fd8fb" providerId="AD" clId="Web-{7BE11541-2300-F9DD-3D70-DFE63B9D3DEF}" dt="2026-03-18T08:02:52.827" v="26" actId="20577"/>
          <ac:spMkLst>
            <pc:docMk/>
            <pc:sldMk cId="1250846463" sldId="258"/>
            <ac:spMk id="2" creationId="{B9C3C8F8-446D-DDB6-D922-09D2CC43CDF0}"/>
          </ac:spMkLst>
        </pc:spChg>
        <pc:spChg chg="mod">
          <ac:chgData name="#PANDA SUBRAT PRASAD#" userId="S::subratpr001@e.ntu.edu.sg::ec1adce1-cd14-42d8-8d91-b50f036fd8fb" providerId="AD" clId="Web-{7BE11541-2300-F9DD-3D70-DFE63B9D3DEF}" dt="2026-03-18T08:43:57.424" v="127" actId="20577"/>
          <ac:spMkLst>
            <pc:docMk/>
            <pc:sldMk cId="1250846463" sldId="258"/>
            <ac:spMk id="3" creationId="{5534BB1F-C512-5F2E-9D71-96E597857ACD}"/>
          </ac:spMkLst>
        </pc:spChg>
      </pc:sldChg>
    </pc:docChg>
  </pc:docChgLst>
  <pc:docChgLst>
    <pc:chgData name="#PANDA SUBRAT PRASAD#" userId="S::subratpr001@e.ntu.edu.sg::ec1adce1-cd14-42d8-8d91-b50f036fd8fb" providerId="AD" clId="Web-{D81CC33E-31DF-D945-6FFA-502DA928D34D}"/>
    <pc:docChg chg="addSld delSld modSld">
      <pc:chgData name="#PANDA SUBRAT PRASAD#" userId="S::subratpr001@e.ntu.edu.sg::ec1adce1-cd14-42d8-8d91-b50f036fd8fb" providerId="AD" clId="Web-{D81CC33E-31DF-D945-6FFA-502DA928D34D}" dt="2026-04-05T07:03:29.771" v="477" actId="20577"/>
      <pc:docMkLst>
        <pc:docMk/>
      </pc:docMkLst>
      <pc:sldChg chg="addSp delSp modSp add">
        <pc:chgData name="#PANDA SUBRAT PRASAD#" userId="S::subratpr001@e.ntu.edu.sg::ec1adce1-cd14-42d8-8d91-b50f036fd8fb" providerId="AD" clId="Web-{D81CC33E-31DF-D945-6FFA-502DA928D34D}" dt="2026-04-04T14:56:00.160" v="93" actId="1076"/>
        <pc:sldMkLst>
          <pc:docMk/>
          <pc:sldMk cId="2657394395" sldId="2134804501"/>
        </pc:sldMkLst>
        <pc:spChg chg="mod">
          <ac:chgData name="#PANDA SUBRAT PRASAD#" userId="S::subratpr001@e.ntu.edu.sg::ec1adce1-cd14-42d8-8d91-b50f036fd8fb" providerId="AD" clId="Web-{D81CC33E-31DF-D945-6FFA-502DA928D34D}" dt="2026-04-04T14:06:29.864" v="78" actId="20577"/>
          <ac:spMkLst>
            <pc:docMk/>
            <pc:sldMk cId="2657394395" sldId="2134804501"/>
            <ac:spMk id="5" creationId="{F3C30885-DA6A-15B2-0342-C7CE4CCE37D4}"/>
          </ac:spMkLst>
        </pc:spChg>
        <pc:spChg chg="mod">
          <ac:chgData name="#PANDA SUBRAT PRASAD#" userId="S::subratpr001@e.ntu.edu.sg::ec1adce1-cd14-42d8-8d91-b50f036fd8fb" providerId="AD" clId="Web-{D81CC33E-31DF-D945-6FFA-502DA928D34D}" dt="2026-04-04T14:02:24.486" v="50" actId="1076"/>
          <ac:spMkLst>
            <pc:docMk/>
            <pc:sldMk cId="2657394395" sldId="2134804501"/>
            <ac:spMk id="6" creationId="{5D69DFD7-2DB3-058C-6233-38DE4725E2C1}"/>
          </ac:spMkLst>
        </pc:spChg>
        <pc:spChg chg="add mod">
          <ac:chgData name="#PANDA SUBRAT PRASAD#" userId="S::subratpr001@e.ntu.edu.sg::ec1adce1-cd14-42d8-8d91-b50f036fd8fb" providerId="AD" clId="Web-{D81CC33E-31DF-D945-6FFA-502DA928D34D}" dt="2026-04-04T14:02:29.017" v="51" actId="1076"/>
          <ac:spMkLst>
            <pc:docMk/>
            <pc:sldMk cId="2657394395" sldId="2134804501"/>
            <ac:spMk id="12" creationId="{BB952BB4-5A14-FA8F-C7F5-2345BB60021A}"/>
          </ac:spMkLst>
        </pc:spChg>
        <pc:spChg chg="add mod">
          <ac:chgData name="#PANDA SUBRAT PRASAD#" userId="S::subratpr001@e.ntu.edu.sg::ec1adce1-cd14-42d8-8d91-b50f036fd8fb" providerId="AD" clId="Web-{D81CC33E-31DF-D945-6FFA-502DA928D34D}" dt="2026-04-04T14:02:32.564" v="52" actId="1076"/>
          <ac:spMkLst>
            <pc:docMk/>
            <pc:sldMk cId="2657394395" sldId="2134804501"/>
            <ac:spMk id="13" creationId="{2DF6B3B4-A158-9358-8669-3872AAF85773}"/>
          </ac:spMkLst>
        </pc:spChg>
        <pc:spChg chg="add mod">
          <ac:chgData name="#PANDA SUBRAT PRASAD#" userId="S::subratpr001@e.ntu.edu.sg::ec1adce1-cd14-42d8-8d91-b50f036fd8fb" providerId="AD" clId="Web-{D81CC33E-31DF-D945-6FFA-502DA928D34D}" dt="2026-04-04T14:56:00.160" v="93" actId="1076"/>
          <ac:spMkLst>
            <pc:docMk/>
            <pc:sldMk cId="2657394395" sldId="2134804501"/>
            <ac:spMk id="16" creationId="{030B45BF-1101-F8C5-8089-46B918E4F535}"/>
          </ac:spMkLst>
        </pc:spChg>
      </pc:sldChg>
      <pc:sldChg chg="modSp new">
        <pc:chgData name="#PANDA SUBRAT PRASAD#" userId="S::subratpr001@e.ntu.edu.sg::ec1adce1-cd14-42d8-8d91-b50f036fd8fb" providerId="AD" clId="Web-{D81CC33E-31DF-D945-6FFA-502DA928D34D}" dt="2026-04-05T06:58:02.241" v="473" actId="20577"/>
        <pc:sldMkLst>
          <pc:docMk/>
          <pc:sldMk cId="3914440350" sldId="2134804502"/>
        </pc:sldMkLst>
        <pc:spChg chg="mod">
          <ac:chgData name="#PANDA SUBRAT PRASAD#" userId="S::subratpr001@e.ntu.edu.sg::ec1adce1-cd14-42d8-8d91-b50f036fd8fb" providerId="AD" clId="Web-{D81CC33E-31DF-D945-6FFA-502DA928D34D}" dt="2026-04-05T06:58:02.241" v="473" actId="20577"/>
          <ac:spMkLst>
            <pc:docMk/>
            <pc:sldMk cId="3914440350" sldId="2134804502"/>
            <ac:spMk id="2" creationId="{6B7CAC1D-8CB2-439B-97B2-CBA2E5160918}"/>
          </ac:spMkLst>
        </pc:spChg>
      </pc:sldChg>
      <pc:sldChg chg="modSp new">
        <pc:chgData name="#PANDA SUBRAT PRASAD#" userId="S::subratpr001@e.ntu.edu.sg::ec1adce1-cd14-42d8-8d91-b50f036fd8fb" providerId="AD" clId="Web-{D81CC33E-31DF-D945-6FFA-502DA928D34D}" dt="2026-04-04T16:36:16.843" v="439" actId="20577"/>
        <pc:sldMkLst>
          <pc:docMk/>
          <pc:sldMk cId="2690141231" sldId="2134804503"/>
        </pc:sldMkLst>
        <pc:spChg chg="mod">
          <ac:chgData name="#PANDA SUBRAT PRASAD#" userId="S::subratpr001@e.ntu.edu.sg::ec1adce1-cd14-42d8-8d91-b50f036fd8fb" providerId="AD" clId="Web-{D81CC33E-31DF-D945-6FFA-502DA928D34D}" dt="2026-04-04T16:36:16.843" v="439" actId="20577"/>
          <ac:spMkLst>
            <pc:docMk/>
            <pc:sldMk cId="2690141231" sldId="2134804503"/>
            <ac:spMk id="2" creationId="{1790AAD3-BB13-45F2-77F3-C4657F3C005B}"/>
          </ac:spMkLst>
        </pc:spChg>
      </pc:sldChg>
      <pc:sldChg chg="modSp new">
        <pc:chgData name="#PANDA SUBRAT PRASAD#" userId="S::subratpr001@e.ntu.edu.sg::ec1adce1-cd14-42d8-8d91-b50f036fd8fb" providerId="AD" clId="Web-{D81CC33E-31DF-D945-6FFA-502DA928D34D}" dt="2026-04-04T16:37:14.969" v="452" actId="20577"/>
        <pc:sldMkLst>
          <pc:docMk/>
          <pc:sldMk cId="399398256" sldId="2134804505"/>
        </pc:sldMkLst>
        <pc:spChg chg="mod">
          <ac:chgData name="#PANDA SUBRAT PRASAD#" userId="S::subratpr001@e.ntu.edu.sg::ec1adce1-cd14-42d8-8d91-b50f036fd8fb" providerId="AD" clId="Web-{D81CC33E-31DF-D945-6FFA-502DA928D34D}" dt="2026-04-04T16:37:14.969" v="452" actId="20577"/>
          <ac:spMkLst>
            <pc:docMk/>
            <pc:sldMk cId="399398256" sldId="2134804505"/>
            <ac:spMk id="2" creationId="{5CD04D46-86BE-C9FF-2539-F9E16742B65D}"/>
          </ac:spMkLst>
        </pc:spChg>
      </pc:sldChg>
      <pc:sldChg chg="modSp new">
        <pc:chgData name="#PANDA SUBRAT PRASAD#" userId="S::subratpr001@e.ntu.edu.sg::ec1adce1-cd14-42d8-8d91-b50f036fd8fb" providerId="AD" clId="Web-{D81CC33E-31DF-D945-6FFA-502DA928D34D}" dt="2026-04-04T16:37:26.281" v="456" actId="20577"/>
        <pc:sldMkLst>
          <pc:docMk/>
          <pc:sldMk cId="2646879522" sldId="2134804506"/>
        </pc:sldMkLst>
        <pc:spChg chg="mod">
          <ac:chgData name="#PANDA SUBRAT PRASAD#" userId="S::subratpr001@e.ntu.edu.sg::ec1adce1-cd14-42d8-8d91-b50f036fd8fb" providerId="AD" clId="Web-{D81CC33E-31DF-D945-6FFA-502DA928D34D}" dt="2026-04-04T16:37:26.281" v="456" actId="20577"/>
          <ac:spMkLst>
            <pc:docMk/>
            <pc:sldMk cId="2646879522" sldId="2134804506"/>
            <ac:spMk id="2" creationId="{CC832EC0-5105-5954-BE67-79890567C9C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D5F516-D8ED-0F49-A164-22E94DE0284D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9ECA8B-4E02-1345-9834-1F2BF8D2A1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8722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Welcome to Session 5 of the Deep Learning Bootcamp, today we’re going to talk about </a:t>
            </a:r>
            <a:r>
              <a:rPr lang="en-US" b="1"/>
              <a:t>Reinforcement Learning</a:t>
            </a:r>
            <a:r>
              <a:rPr lang="en-US"/>
              <a:t>, or RL.</a:t>
            </a:r>
            <a:endParaRPr lang="en-GB">
              <a:solidFill>
                <a:srgbClr val="444444"/>
              </a:solidFill>
            </a:endParaRPr>
          </a:p>
          <a:p>
            <a:r>
              <a:rPr lang="en-US"/>
              <a:t>Before we start, I want to ask a quick question.</a:t>
            </a:r>
            <a:endParaRPr lang="en-GB">
              <a:solidFill>
                <a:srgbClr val="444444"/>
              </a:solidFill>
            </a:endParaRPr>
          </a:p>
          <a:p>
            <a:r>
              <a:rPr lang="en-US"/>
              <a:t>How many of you have trained a model before using labeled data like classification or regression?</a:t>
            </a:r>
            <a:endParaRPr lang="en-GB">
              <a:solidFill>
                <a:srgbClr val="444444"/>
              </a:solidFill>
            </a:endParaRPr>
          </a:p>
          <a:p>
            <a:endParaRPr lang="en-US">
              <a:solidFill>
                <a:srgbClr val="444444"/>
              </a:solidFill>
            </a:endParaRPr>
          </a:p>
          <a:p>
            <a:r>
              <a:rPr lang="en-US"/>
              <a:t>so most of what we’ve done so far falls under </a:t>
            </a:r>
            <a:r>
              <a:rPr lang="en-US" b="1"/>
              <a:t>supervised learning</a:t>
            </a:r>
            <a:r>
              <a:rPr lang="en-US"/>
              <a:t>.</a:t>
            </a:r>
            <a:endParaRPr lang="en-US">
              <a:solidFill>
                <a:srgbClr val="444444"/>
              </a:solidFill>
            </a:endParaRPr>
          </a:p>
          <a:p>
            <a:r>
              <a:rPr lang="en-US"/>
              <a:t>You give the model:</a:t>
            </a:r>
            <a:endParaRPr lang="en-US">
              <a:solidFill>
                <a:srgbClr val="444444"/>
              </a:solidFill>
            </a:endParaRPr>
          </a:p>
          <a:p>
            <a:pPr marL="171450" indent="-171450">
              <a:buFont typeface="Arial,Sans-Serif"/>
              <a:buChar char="•"/>
            </a:pPr>
            <a:r>
              <a:rPr lang="en-US"/>
              <a:t>an input </a:t>
            </a:r>
            <a:endParaRPr lang="en-US">
              <a:solidFill>
                <a:srgbClr val="444444"/>
              </a:solidFill>
            </a:endParaRPr>
          </a:p>
          <a:p>
            <a:pPr marL="171450" indent="-171450">
              <a:buFont typeface="Arial,Sans-Serif"/>
              <a:buChar char="•"/>
            </a:pPr>
            <a:r>
              <a:rPr lang="en-US"/>
              <a:t>a correct answer </a:t>
            </a:r>
            <a:endParaRPr lang="en-US">
              <a:solidFill>
                <a:srgbClr val="444444"/>
              </a:solidFill>
            </a:endParaRPr>
          </a:p>
          <a:p>
            <a:pPr marL="171450" indent="-171450">
              <a:buFont typeface="Arial,Sans-Serif"/>
              <a:buChar char="•"/>
            </a:pPr>
            <a:r>
              <a:rPr lang="en-US"/>
              <a:t>and it learns by minimizing error. </a:t>
            </a:r>
            <a:endParaRPr lang="en-US">
              <a:solidFill>
                <a:srgbClr val="444444"/>
              </a:solidFill>
            </a:endParaRPr>
          </a:p>
          <a:p>
            <a:r>
              <a:rPr lang="en-US"/>
              <a:t>Everything is very clean, very structured.</a:t>
            </a:r>
            <a:endParaRPr lang="en-US">
              <a:solidFill>
                <a:srgbClr val="444444"/>
              </a:solidFill>
            </a:endParaRPr>
          </a:p>
          <a:p>
            <a:endParaRPr lang="en-US">
              <a:solidFill>
                <a:srgbClr val="444444"/>
              </a:solidFill>
            </a:endParaRPr>
          </a:p>
          <a:p>
            <a:r>
              <a:rPr lang="en-US"/>
              <a:t>But today, we’re going to move into a completely different setting.</a:t>
            </a:r>
            <a:endParaRPr lang="en-US">
              <a:solidFill>
                <a:srgbClr val="444444"/>
              </a:solidFill>
            </a:endParaRPr>
          </a:p>
          <a:p>
            <a:r>
              <a:rPr lang="en-US"/>
              <a:t>A setting where:</a:t>
            </a:r>
            <a:endParaRPr lang="en-GB">
              <a:solidFill>
                <a:srgbClr val="444444"/>
              </a:solidFill>
            </a:endParaRPr>
          </a:p>
          <a:p>
            <a:pPr marL="285750" indent="-285750">
              <a:buFont typeface="Arial,Sans-Serif"/>
              <a:buChar char="•"/>
            </a:pPr>
            <a:r>
              <a:rPr lang="en-US"/>
              <a:t>there are </a:t>
            </a:r>
            <a:r>
              <a:rPr lang="en-US" b="1"/>
              <a:t>no labels</a:t>
            </a:r>
            <a:r>
              <a:rPr lang="en-US"/>
              <a:t> </a:t>
            </a:r>
            <a:endParaRPr lang="en-GB">
              <a:solidFill>
                <a:srgbClr val="444444"/>
              </a:solidFill>
            </a:endParaRPr>
          </a:p>
          <a:p>
            <a:pPr marL="285750" indent="-285750">
              <a:buFont typeface="Arial,Sans-Serif"/>
              <a:buChar char="•"/>
            </a:pPr>
            <a:r>
              <a:rPr lang="en-US"/>
              <a:t>no ground truth </a:t>
            </a:r>
            <a:endParaRPr lang="en-GB">
              <a:solidFill>
                <a:srgbClr val="444444"/>
              </a:solidFill>
            </a:endParaRPr>
          </a:p>
          <a:p>
            <a:pPr marL="285750" indent="-285750">
              <a:buFont typeface="Arial,Sans-Serif"/>
              <a:buChar char="•"/>
            </a:pPr>
            <a:r>
              <a:rPr lang="en-US"/>
              <a:t>no correct answers given </a:t>
            </a:r>
            <a:endParaRPr lang="en-GB">
              <a:solidFill>
                <a:srgbClr val="444444"/>
              </a:solidFill>
            </a:endParaRPr>
          </a:p>
          <a:p>
            <a:r>
              <a:rPr lang="en-US"/>
              <a:t>Instead, the only thing we get is… </a:t>
            </a:r>
            <a:r>
              <a:rPr lang="en-US" b="1"/>
              <a:t>feedback</a:t>
            </a:r>
            <a:r>
              <a:rPr lang="en-US"/>
              <a:t>.</a:t>
            </a:r>
            <a:endParaRPr lang="en-GB">
              <a:solidFill>
                <a:srgbClr val="444444"/>
              </a:solidFill>
            </a:endParaRPr>
          </a:p>
          <a:p>
            <a:r>
              <a:rPr lang="en-US"/>
              <a:t>And from that feedback alone, the model has to learn how to behave.</a:t>
            </a:r>
            <a:endParaRPr lang="en-GB">
              <a:solidFill>
                <a:srgbClr val="444444"/>
              </a:solidFill>
            </a:endParaRPr>
          </a:p>
          <a:p>
            <a:r>
              <a:rPr lang="en-US"/>
              <a:t>That is what reinforcement learning is about.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9ECA8B-4E02-1345-9834-1F2BF8D2A10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7430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  <a:p>
            <a:endParaRPr lang="en-US">
              <a:ea typeface="Calibri"/>
              <a:cs typeface="Calibri"/>
            </a:endParaRPr>
          </a:p>
          <a:p>
            <a:r>
              <a:rPr lang="en-US"/>
              <a:t>Let’s briefly recall how supervised learning works.</a:t>
            </a:r>
          </a:p>
          <a:p>
            <a:r>
              <a:rPr lang="en-US"/>
              <a:t>We have:</a:t>
            </a:r>
          </a:p>
          <a:p>
            <a:pPr marL="171450" indent="-171450">
              <a:buFont typeface="Arial"/>
              <a:buChar char="•"/>
            </a:pPr>
            <a:r>
              <a:rPr lang="en-US"/>
              <a:t>an input, like an image </a:t>
            </a:r>
          </a:p>
          <a:p>
            <a:pPr marL="171450" indent="-171450">
              <a:buFont typeface="Arial"/>
              <a:buChar char="•"/>
            </a:pPr>
            <a:r>
              <a:rPr lang="en-US"/>
              <a:t>a label, like ‘dog’ or ‘cat’ </a:t>
            </a:r>
          </a:p>
          <a:p>
            <a:pPr marL="171450" indent="-171450">
              <a:buFont typeface="Arial"/>
              <a:buChar char="•"/>
            </a:pPr>
            <a:r>
              <a:rPr lang="en-US"/>
              <a:t>and the model tries to predict that label </a:t>
            </a:r>
          </a:p>
          <a:p>
            <a:r>
              <a:rPr lang="en-US"/>
              <a:t>If it gets it wrong, we compute a loss — for example, cross-entropy —</a:t>
            </a:r>
            <a:br>
              <a:rPr lang="en-US">
                <a:cs typeface="+mn-lt"/>
              </a:rPr>
            </a:br>
            <a:r>
              <a:rPr lang="en-US"/>
              <a:t> and we update the model.</a:t>
            </a:r>
          </a:p>
          <a:p>
            <a:r>
              <a:rPr lang="en-US"/>
              <a:t>So the key thing here is:</a:t>
            </a:r>
          </a:p>
          <a:p>
            <a:r>
              <a:rPr lang="en-US"/>
              <a:t> The model always knows what the </a:t>
            </a:r>
            <a:r>
              <a:rPr lang="en-US" i="1"/>
              <a:t>correct answer</a:t>
            </a:r>
            <a:r>
              <a:rPr lang="en-US"/>
              <a:t> is.</a:t>
            </a:r>
          </a:p>
          <a:p>
            <a:r>
              <a:rPr lang="en-US"/>
              <a:t>But now let me ask you something.</a:t>
            </a:r>
          </a:p>
          <a:p>
            <a:r>
              <a:rPr lang="en-US"/>
              <a:t>Where do these labels come from?</a:t>
            </a:r>
          </a:p>
          <a:p>
            <a:endParaRPr lang="en-US">
              <a:latin typeface="Aptos"/>
              <a:ea typeface="Calibri"/>
              <a:cs typeface="Calibri"/>
            </a:endParaRPr>
          </a:p>
          <a:p>
            <a:r>
              <a:rPr lang="en-US"/>
              <a:t>Someone has to:</a:t>
            </a:r>
          </a:p>
          <a:p>
            <a:pPr marL="171450" indent="-171450">
              <a:buFont typeface="Arial"/>
              <a:buChar char="•"/>
            </a:pPr>
            <a:r>
              <a:rPr lang="en-US"/>
              <a:t>collect the data </a:t>
            </a:r>
          </a:p>
          <a:p>
            <a:pPr marL="171450" indent="-171450">
              <a:buFont typeface="Arial"/>
              <a:buChar char="•"/>
            </a:pPr>
            <a:r>
              <a:rPr lang="en-US"/>
              <a:t>annotate it </a:t>
            </a:r>
          </a:p>
          <a:p>
            <a:pPr marL="171450" indent="-171450">
              <a:buFont typeface="Arial"/>
              <a:buChar char="•"/>
            </a:pPr>
            <a:r>
              <a:rPr lang="en-US"/>
              <a:t>verify it </a:t>
            </a:r>
          </a:p>
          <a:p>
            <a:r>
              <a:rPr lang="en-US"/>
              <a:t>And in many real-world problems, this is:</a:t>
            </a:r>
          </a:p>
          <a:p>
            <a:pPr marL="171450" indent="-171450">
              <a:buFont typeface="Arial"/>
              <a:buChar char="•"/>
            </a:pPr>
            <a:r>
              <a:rPr lang="en-US"/>
              <a:t>expensive </a:t>
            </a:r>
          </a:p>
          <a:p>
            <a:pPr marL="171450" indent="-171450">
              <a:buFont typeface="Arial"/>
              <a:buChar char="•"/>
            </a:pPr>
            <a:r>
              <a:rPr lang="en-US"/>
              <a:t>slow </a:t>
            </a:r>
          </a:p>
          <a:p>
            <a:pPr marL="171450" indent="-171450">
              <a:buFont typeface="Arial"/>
              <a:buChar char="•"/>
            </a:pPr>
            <a:r>
              <a:rPr lang="en-US"/>
              <a:t>sometimes even impossible. </a:t>
            </a:r>
          </a:p>
          <a:p>
            <a:r>
              <a:rPr lang="en-US"/>
              <a:t>So what happens if we don’t have labels?</a:t>
            </a:r>
          </a:p>
          <a:p>
            <a:r>
              <a:rPr lang="en-US"/>
              <a:t>What if instead of knowing the correct answer,</a:t>
            </a:r>
            <a:br>
              <a:rPr lang="en-US">
                <a:cs typeface="+mn-lt"/>
              </a:rPr>
            </a:br>
            <a:r>
              <a:rPr lang="en-US"/>
              <a:t> we only know whether something is </a:t>
            </a:r>
            <a:r>
              <a:rPr lang="en-US" i="1"/>
              <a:t>good or bad</a:t>
            </a:r>
            <a:r>
              <a:rPr lang="en-US"/>
              <a:t>?”</a:t>
            </a:r>
          </a:p>
          <a:p>
            <a:endParaRPr lang="en-US">
              <a:latin typeface="Aptos"/>
              <a:ea typeface="Calibri"/>
              <a:cs typeface="Calibri"/>
            </a:endParaRPr>
          </a:p>
          <a:p>
            <a:endParaRPr lang="en-US">
              <a:latin typeface="Aptos"/>
              <a:ea typeface="Calibri"/>
              <a:cs typeface="Calibri"/>
            </a:endParaRPr>
          </a:p>
          <a:p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9ECA8B-4E02-1345-9834-1F2BF8D2A10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3824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  <a:p>
            <a:endParaRPr lang="en-US">
              <a:latin typeface="Aptos"/>
              <a:ea typeface="Calibri"/>
              <a:cs typeface="Calibri"/>
            </a:endParaRPr>
          </a:p>
          <a:p>
            <a:r>
              <a:rPr lang="en-US"/>
              <a:t>For example:</a:t>
            </a:r>
          </a:p>
          <a:p>
            <a:pPr marL="171450" indent="-171450">
              <a:buFont typeface="Arial"/>
              <a:buChar char="•"/>
            </a:pPr>
            <a:r>
              <a:rPr lang="en-US"/>
              <a:t>you take an action → you get +10 </a:t>
            </a:r>
          </a:p>
          <a:p>
            <a:pPr marL="171450" indent="-171450">
              <a:buFont typeface="Arial"/>
              <a:buChar char="•"/>
            </a:pPr>
            <a:r>
              <a:rPr lang="en-US"/>
              <a:t>you take another action → you get −1 </a:t>
            </a:r>
          </a:p>
          <a:p>
            <a:r>
              <a:rPr lang="en-US"/>
              <a:t>No one tells you the correct answer.</a:t>
            </a:r>
            <a:br>
              <a:rPr lang="en-US">
                <a:cs typeface="+mn-lt"/>
              </a:rPr>
            </a:br>
            <a:r>
              <a:rPr lang="en-US"/>
              <a:t> You only get a </a:t>
            </a:r>
            <a:r>
              <a:rPr lang="en-US" b="1"/>
              <a:t>score</a:t>
            </a:r>
            <a:r>
              <a:rPr lang="en-US"/>
              <a:t>.</a:t>
            </a:r>
          </a:p>
          <a:p>
            <a:r>
              <a:rPr lang="en-US"/>
              <a:t>And from that, you have to figure out what to do.</a:t>
            </a:r>
          </a:p>
          <a:p>
            <a:r>
              <a:rPr lang="en-US"/>
              <a:t>That’s the transition from supervised learning…</a:t>
            </a:r>
            <a:br>
              <a:rPr lang="en-US">
                <a:cs typeface="+mn-lt"/>
              </a:rPr>
            </a:br>
            <a:r>
              <a:rPr lang="en-US"/>
              <a:t> to reinforcement learning.</a:t>
            </a:r>
          </a:p>
          <a:p>
            <a:endParaRPr lang="en-US">
              <a:latin typeface="Aptos"/>
              <a:ea typeface="Calibri"/>
              <a:cs typeface="Calibri"/>
            </a:endParaRPr>
          </a:p>
          <a:p>
            <a:r>
              <a:rPr lang="en-US"/>
              <a:t>So instead of learning from labels,</a:t>
            </a:r>
            <a:br>
              <a:rPr lang="en-US">
                <a:cs typeface="+mn-lt"/>
              </a:rPr>
            </a:br>
            <a:r>
              <a:rPr lang="en-US"/>
              <a:t> we now learn from something called a </a:t>
            </a:r>
            <a:r>
              <a:rPr lang="en-US" b="1"/>
              <a:t>reward</a:t>
            </a:r>
            <a:r>
              <a:rPr lang="en-US"/>
              <a:t>.</a:t>
            </a:r>
          </a:p>
          <a:p>
            <a:r>
              <a:rPr lang="en-US"/>
              <a:t>You can think of reward as:</a:t>
            </a:r>
          </a:p>
          <a:p>
            <a:pPr marL="171450" indent="-171450">
              <a:buFont typeface="Arial"/>
              <a:buChar char="•"/>
            </a:pPr>
            <a:r>
              <a:rPr lang="en-US"/>
              <a:t>a signal that tells you how good your action was </a:t>
            </a:r>
          </a:p>
          <a:p>
            <a:r>
              <a:rPr lang="en-US"/>
              <a:t>For example:</a:t>
            </a:r>
          </a:p>
          <a:p>
            <a:pPr marL="171450" indent="-171450">
              <a:buFont typeface="Arial"/>
              <a:buChar char="•"/>
            </a:pPr>
            <a:r>
              <a:rPr lang="en-US"/>
              <a:t>correct decision → high reward </a:t>
            </a:r>
          </a:p>
          <a:p>
            <a:pPr marL="171450" indent="-171450">
              <a:buFont typeface="Arial"/>
              <a:buChar char="•"/>
            </a:pPr>
            <a:r>
              <a:rPr lang="en-US"/>
              <a:t>bad decision → low or negative reward </a:t>
            </a:r>
          </a:p>
          <a:p>
            <a:r>
              <a:rPr lang="en-US"/>
              <a:t>But here’s the challenge:</a:t>
            </a:r>
          </a:p>
          <a:p>
            <a:endParaRPr lang="en-US"/>
          </a:p>
          <a:p>
            <a:r>
              <a:rPr lang="en-US"/>
              <a:t> The reward is often </a:t>
            </a:r>
            <a:r>
              <a:rPr lang="en-US" b="1"/>
              <a:t>delayed</a:t>
            </a:r>
            <a:r>
              <a:rPr lang="en-US"/>
              <a:t>.</a:t>
            </a:r>
          </a:p>
          <a:p>
            <a:r>
              <a:rPr lang="en-US"/>
              <a:t>You don’t immediately know if your action was good.</a:t>
            </a:r>
          </a:p>
          <a:p>
            <a:r>
              <a:rPr lang="en-US"/>
              <a:t>Sometimes:</a:t>
            </a:r>
          </a:p>
          <a:p>
            <a:pPr marL="171450" indent="-171450">
              <a:buFont typeface="Arial"/>
              <a:buChar char="•"/>
            </a:pPr>
            <a:r>
              <a:rPr lang="en-US"/>
              <a:t>you make a decision now </a:t>
            </a:r>
          </a:p>
          <a:p>
            <a:pPr marL="171450" indent="-171450">
              <a:buFont typeface="Arial"/>
              <a:buChar char="•"/>
            </a:pPr>
            <a:r>
              <a:rPr lang="en-US"/>
              <a:t>and only much later you find out if it was correct. </a:t>
            </a:r>
          </a:p>
          <a:p>
            <a:r>
              <a:rPr lang="en-US"/>
              <a:t>So the problem becomes much harder.</a:t>
            </a:r>
          </a:p>
          <a:p>
            <a:endParaRPr lang="en-US">
              <a:latin typeface="Aptos"/>
              <a:ea typeface="Calibri"/>
              <a:cs typeface="Calibri"/>
            </a:endParaRPr>
          </a:p>
          <a:p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9ECA8B-4E02-1345-9834-1F2BF8D2A10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3125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Let’s look at some examples to build intuition.</a:t>
            </a:r>
          </a:p>
          <a:p>
            <a:r>
              <a:rPr lang="en-GB"/>
              <a:t>First: Robotics</a:t>
            </a:r>
          </a:p>
          <a:p>
            <a:r>
              <a:rPr lang="en-US"/>
              <a:t>Imagine a robot navigating a room.</a:t>
            </a:r>
            <a:endParaRPr lang="en-GB"/>
          </a:p>
          <a:p>
            <a:r>
              <a:rPr lang="en-US"/>
              <a:t>At each step, it decides:</a:t>
            </a:r>
            <a:endParaRPr lang="en-GB"/>
          </a:p>
          <a:p>
            <a:pPr marL="285750" indent="-285750">
              <a:buFont typeface="Arial"/>
              <a:buChar char="•"/>
            </a:pPr>
            <a:r>
              <a:rPr lang="en-US"/>
              <a:t>move left </a:t>
            </a:r>
            <a:endParaRPr lang="en-GB"/>
          </a:p>
          <a:p>
            <a:pPr marL="285750" indent="-285750">
              <a:buFont typeface="Arial"/>
              <a:buChar char="•"/>
            </a:pPr>
            <a:r>
              <a:rPr lang="en-US"/>
              <a:t>move right </a:t>
            </a:r>
            <a:endParaRPr lang="en-GB"/>
          </a:p>
          <a:p>
            <a:pPr marL="285750" indent="-285750">
              <a:buFont typeface="Arial"/>
              <a:buChar char="•"/>
            </a:pPr>
            <a:r>
              <a:rPr lang="en-US"/>
              <a:t>move forward </a:t>
            </a:r>
            <a:endParaRPr lang="en-GB"/>
          </a:p>
          <a:p>
            <a:r>
              <a:rPr lang="en-US"/>
              <a:t>No one tells it the correct move.</a:t>
            </a:r>
            <a:endParaRPr lang="en-GB"/>
          </a:p>
          <a:p>
            <a:r>
              <a:rPr lang="en-US"/>
              <a:t>It only knows:</a:t>
            </a:r>
            <a:endParaRPr lang="en-GB"/>
          </a:p>
          <a:p>
            <a:pPr marL="285750" indent="-285750">
              <a:buFont typeface="Arial"/>
              <a:buChar char="•"/>
            </a:pPr>
            <a:r>
              <a:rPr lang="en-US"/>
              <a:t>did I reach the goal? </a:t>
            </a:r>
            <a:endParaRPr lang="en-GB"/>
          </a:p>
          <a:p>
            <a:pPr marL="285750" indent="-285750">
              <a:buFont typeface="Arial"/>
              <a:buChar char="•"/>
            </a:pPr>
            <a:r>
              <a:rPr lang="en-US"/>
              <a:t>did I crash? </a:t>
            </a:r>
            <a:endParaRPr lang="en-GB"/>
          </a:p>
          <a:p>
            <a:r>
              <a:rPr lang="en-US"/>
              <a:t>So it learns through trial and error.</a:t>
            </a:r>
            <a:endParaRPr lang="en-GB"/>
          </a:p>
          <a:p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9ECA8B-4E02-1345-9834-1F2BF8D2A10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7426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 chess or Go: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at every step, there are many possible moves </a:t>
            </a:r>
            <a:endParaRPr lang="en-GB"/>
          </a:p>
          <a:p>
            <a:pPr marL="285750" indent="-285750">
              <a:buFont typeface="Arial"/>
              <a:buChar char="•"/>
            </a:pPr>
            <a:r>
              <a:rPr lang="en-US"/>
              <a:t>but only some lead to winning </a:t>
            </a:r>
            <a:endParaRPr lang="en-GB"/>
          </a:p>
          <a:p>
            <a:r>
              <a:rPr lang="en-US"/>
              <a:t>The reward — winning or losing —</a:t>
            </a:r>
            <a:br>
              <a:rPr lang="en-US"/>
            </a:br>
            <a:r>
              <a:rPr lang="en-US"/>
              <a:t> comes at the end of the game.</a:t>
            </a:r>
            <a:endParaRPr lang="en-GB"/>
          </a:p>
          <a:p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9ECA8B-4E02-1345-9834-1F2BF8D2A10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1319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Large language models can generate many possible answers to the same question.</a:t>
            </a:r>
          </a:p>
          <a:p>
            <a:r>
              <a:rPr lang="en-US"/>
              <a:t>So what we do is:</a:t>
            </a:r>
            <a:br>
              <a:rPr lang="en-US">
                <a:cs typeface="+mn-lt"/>
              </a:rPr>
            </a:br>
            <a:r>
              <a:rPr lang="en-US"/>
              <a:t> we ask humans to compare these answers and tell us which one is better.</a:t>
            </a:r>
            <a:endParaRPr lang="en-GB"/>
          </a:p>
          <a:p>
            <a:r>
              <a:rPr lang="en-US"/>
              <a:t>Then, using reinforcement learning,</a:t>
            </a:r>
            <a:br>
              <a:rPr lang="en-US"/>
            </a:br>
            <a:r>
              <a:rPr lang="en-US"/>
              <a:t> we update the model so that it prefers those better responses in the future.</a:t>
            </a:r>
            <a:endParaRPr lang="en-GB"/>
          </a:p>
          <a:p>
            <a:r>
              <a:rPr lang="en-US"/>
              <a:t>In short, RL helps the model learn what humans consider a good answer.</a:t>
            </a:r>
            <a:endParaRPr lang="en-GB"/>
          </a:p>
          <a:p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9ECA8B-4E02-1345-9834-1F2BF8D2A10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4200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9ECA8B-4E02-1345-9834-1F2BF8D2A10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8101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433EAE-A749-AB9F-DAF7-C58D83DDE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E6A842-229E-1250-770D-E36EA214A9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79E1BD-9EEE-9AF8-D53B-8BE540AFDC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3AE5BC-0326-C9C3-77B5-7ED711E028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9ECA8B-4E02-1345-9834-1F2BF8D2A10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1722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FCE355-2ED2-1D32-36EC-B946A124F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3B864E-C8A7-20BF-A08C-6D547BC0B7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89E18E-C82C-A132-E0A3-9534239748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A53232-FC7A-2AD6-4AF1-F1CF6C2163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9ECA8B-4E02-1345-9834-1F2BF8D2A10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926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AC7D6-FE2F-780A-FED1-CF15EEB96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9CF774-43F6-7CD1-0C9F-070EDD6FB1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BD7D41-F1CC-5DEA-594F-CF7DF6EFBB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271785-287E-2237-4680-5E3872E154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9ECA8B-4E02-1345-9834-1F2BF8D2A10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1033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BFAF9-4787-0A67-DB6D-01ECB4067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8C112C-7ED3-9263-F832-6BB2CB9E57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BB05D0-8050-D8E4-4202-91B591E792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5D3E5B-5D07-5029-FCAC-D61A623591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9ECA8B-4E02-1345-9834-1F2BF8D2A10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4751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2AB024-E1EB-89AF-2933-5AC89E48E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D535C7-219E-718C-6AF3-D9184C40AB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13211C-8044-F82F-2AF2-3D612ADD6C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456480-F216-55CD-8DFE-970EB95F96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9ECA8B-4E02-1345-9834-1F2BF8D2A10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32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29003-EE47-39AB-7284-A8761E2D1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4EF9D2-53FA-DE28-FC66-09BC5A8EFF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823833-253D-DF82-E573-439CF6A28A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1E4EFC-76F5-E488-8D9A-4AFA02288A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9ECA8B-4E02-1345-9834-1F2BF8D2A10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9697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9E635E-718A-9019-6771-E46D96D07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C31DC2-C5F6-C1D5-EB64-7541F0C419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8764D0-9381-F077-C00A-30469BF2FF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PPO updates the policy carefully, staying close to the previous version</a:t>
            </a:r>
          </a:p>
          <a:p>
            <a:endParaRPr lang="en-US"/>
          </a:p>
          <a:p>
            <a:r>
              <a:rPr lang="en-US"/>
              <a:t>Now let’s zoom into one of the most widely used algorithms today — </a:t>
            </a:r>
            <a:r>
              <a:rPr lang="en-US" b="1"/>
              <a:t>Proximal Policy Optimization, or PPO</a:t>
            </a:r>
            <a:r>
              <a:rPr lang="en-US"/>
              <a:t>.</a:t>
            </a:r>
          </a:p>
          <a:p>
            <a:r>
              <a:rPr lang="en-US"/>
              <a:t>At a high level, PPO is still doing reinforcement learning:</a:t>
            </a:r>
          </a:p>
          <a:p>
            <a:pPr marL="171450" indent="-171450">
              <a:buFont typeface="Arial"/>
              <a:buChar char="•"/>
            </a:pPr>
            <a:r>
              <a:rPr lang="en-US"/>
              <a:t>we have a </a:t>
            </a:r>
            <a:r>
              <a:rPr lang="en-US" b="1"/>
              <a:t>policy model</a:t>
            </a:r>
            <a:r>
              <a:rPr lang="en-US"/>
              <a:t> that generates outputs </a:t>
            </a:r>
          </a:p>
          <a:p>
            <a:pPr marL="171450" indent="-171450">
              <a:buFont typeface="Arial"/>
              <a:buChar char="•"/>
            </a:pPr>
            <a:r>
              <a:rPr lang="en-US"/>
              <a:t>we evaluate those outputs using a </a:t>
            </a:r>
            <a:r>
              <a:rPr lang="en-US" b="1"/>
              <a:t>reward</a:t>
            </a:r>
            <a:r>
              <a:rPr lang="en-US"/>
              <a:t> </a:t>
            </a:r>
          </a:p>
          <a:p>
            <a:pPr marL="171450" indent="-171450">
              <a:buFont typeface="Arial"/>
              <a:buChar char="•"/>
            </a:pPr>
            <a:r>
              <a:rPr lang="en-US"/>
              <a:t>and we update the model to improve future outputs </a:t>
            </a:r>
          </a:p>
          <a:p>
            <a:r>
              <a:rPr lang="en-US"/>
              <a:t>But what makes PPO special is </a:t>
            </a:r>
            <a:r>
              <a:rPr lang="en-US" i="1"/>
              <a:t>how</a:t>
            </a:r>
            <a:r>
              <a:rPr lang="en-US"/>
              <a:t> it updates the model.</a:t>
            </a:r>
          </a:p>
          <a:p>
            <a:endParaRPr lang="en-US"/>
          </a:p>
          <a:p>
            <a:r>
              <a:rPr lang="en-US"/>
              <a:t>Let’s walk through the components here.</a:t>
            </a:r>
          </a:p>
          <a:p>
            <a:r>
              <a:rPr lang="en-US"/>
              <a:t>We start with an input — for example, a question or prompt.</a:t>
            </a:r>
          </a:p>
          <a:p>
            <a:r>
              <a:rPr lang="en-US"/>
              <a:t>The policy model generates an output — maybe a response, or a sequence of tokens.</a:t>
            </a:r>
          </a:p>
          <a:p>
            <a:r>
              <a:rPr lang="en-US"/>
              <a:t>Now, we evaluate this output using two things:</a:t>
            </a:r>
          </a:p>
          <a:p>
            <a:r>
              <a:rPr lang="en-US"/>
              <a:t>First, a </a:t>
            </a:r>
            <a:r>
              <a:rPr lang="en-US" b="1"/>
              <a:t>reward model</a:t>
            </a:r>
            <a:br>
              <a:rPr lang="en-US" b="1">
                <a:cs typeface="+mn-lt"/>
              </a:rPr>
            </a:br>
            <a:r>
              <a:rPr lang="en-US" b="1"/>
              <a:t> This tells us: how good is this response?</a:t>
            </a:r>
            <a:endParaRPr lang="en-US"/>
          </a:p>
          <a:p>
            <a:r>
              <a:rPr lang="en-US"/>
              <a:t>Second, a </a:t>
            </a:r>
            <a:r>
              <a:rPr lang="en-US" b="1"/>
              <a:t>value model</a:t>
            </a:r>
            <a:br>
              <a:rPr lang="en-US" b="1">
                <a:cs typeface="+mn-lt"/>
              </a:rPr>
            </a:br>
            <a:r>
              <a:rPr lang="en-US" b="1"/>
              <a:t> This estimates: what reward did we </a:t>
            </a:r>
            <a:r>
              <a:rPr lang="en-US" i="1"/>
              <a:t>expect</a:t>
            </a:r>
            <a:r>
              <a:rPr lang="en-US"/>
              <a:t> to get?</a:t>
            </a:r>
          </a:p>
          <a:p>
            <a:endParaRPr lang="en-US"/>
          </a:p>
          <a:p>
            <a:r>
              <a:rPr lang="en-US"/>
              <a:t>And the key idea comes from comparing these two.</a:t>
            </a:r>
          </a:p>
          <a:p>
            <a:r>
              <a:rPr lang="en-US"/>
              <a:t>We compute something called the </a:t>
            </a:r>
            <a:r>
              <a:rPr lang="en-US" b="1"/>
              <a:t>advantage</a:t>
            </a:r>
            <a:r>
              <a:rPr lang="en-US"/>
              <a:t>:</a:t>
            </a:r>
          </a:p>
          <a:p>
            <a:r>
              <a:rPr lang="en-US"/>
              <a:t>Advantage = actual reward − expected reward</a:t>
            </a:r>
          </a:p>
          <a:p>
            <a:endParaRPr lang="en-US"/>
          </a:p>
          <a:p>
            <a:r>
              <a:rPr lang="en-US"/>
              <a:t>Intuitively:</a:t>
            </a:r>
          </a:p>
          <a:p>
            <a:pPr marL="171450" indent="-171450">
              <a:buFont typeface="Arial"/>
              <a:buChar char="•"/>
            </a:pPr>
            <a:r>
              <a:rPr lang="en-US"/>
              <a:t>if the reward is higher than expected → this was a </a:t>
            </a:r>
            <a:r>
              <a:rPr lang="en-US" i="1"/>
              <a:t>good</a:t>
            </a:r>
            <a:r>
              <a:rPr lang="en-US"/>
              <a:t> action </a:t>
            </a:r>
          </a:p>
          <a:p>
            <a:pPr marL="171450" indent="-171450">
              <a:buFont typeface="Arial"/>
              <a:buChar char="•"/>
            </a:pPr>
            <a:r>
              <a:rPr lang="en-US"/>
              <a:t>if it’s lower → this was a </a:t>
            </a:r>
            <a:r>
              <a:rPr lang="en-US" i="1"/>
              <a:t>bad</a:t>
            </a:r>
            <a:r>
              <a:rPr lang="en-US"/>
              <a:t> action</a:t>
            </a:r>
          </a:p>
          <a:p>
            <a:pPr marL="171450" indent="-171450">
              <a:buFont typeface="Arial"/>
              <a:buChar char="•"/>
            </a:pPr>
            <a:endParaRPr lang="en-US"/>
          </a:p>
          <a:p>
            <a:r>
              <a:rPr lang="en-US"/>
              <a:t>Now here comes the most important part of PPO.</a:t>
            </a:r>
          </a:p>
          <a:p>
            <a:r>
              <a:rPr lang="en-US"/>
              <a:t>When we update the model,</a:t>
            </a:r>
            <a:br>
              <a:rPr lang="en-US">
                <a:cs typeface="+mn-lt"/>
              </a:rPr>
            </a:br>
            <a:r>
              <a:rPr lang="en-US"/>
              <a:t> we don’t allow it to change too much in one step.</a:t>
            </a:r>
          </a:p>
          <a:p>
            <a:r>
              <a:rPr lang="en-US"/>
              <a:t>Why?</a:t>
            </a:r>
          </a:p>
          <a:p>
            <a:r>
              <a:rPr lang="en-US"/>
              <a:t>Because if we update too aggressively:</a:t>
            </a:r>
          </a:p>
          <a:p>
            <a:pPr marL="171450" indent="-171450">
              <a:buFont typeface="Arial"/>
              <a:buChar char="•"/>
            </a:pPr>
            <a:r>
              <a:rPr lang="en-US"/>
              <a:t>the model may collapse </a:t>
            </a:r>
          </a:p>
          <a:p>
            <a:pPr marL="171450" indent="-171450">
              <a:buFont typeface="Arial"/>
              <a:buChar char="•"/>
            </a:pPr>
            <a:r>
              <a:rPr lang="en-US"/>
              <a:t>it may forget useful behaviors </a:t>
            </a:r>
          </a:p>
          <a:p>
            <a:pPr marL="171450" indent="-171450">
              <a:buFont typeface="Arial"/>
              <a:buChar char="•"/>
            </a:pPr>
            <a:r>
              <a:rPr lang="en-US"/>
              <a:t>training becomes unstable </a:t>
            </a:r>
          </a:p>
          <a:p>
            <a:r>
              <a:rPr lang="en-US"/>
              <a:t>So PPO introduces a constraint:</a:t>
            </a:r>
          </a:p>
          <a:p>
            <a:r>
              <a:rPr lang="en-US"/>
              <a:t>Stay close to the previous policy</a:t>
            </a:r>
          </a:p>
          <a:p>
            <a:r>
              <a:rPr lang="en-US"/>
              <a:t>You can think of it like this:</a:t>
            </a:r>
          </a:p>
          <a:p>
            <a:r>
              <a:rPr lang="en-US"/>
              <a:t>Instead of taking a big leap in learning,</a:t>
            </a:r>
            <a:br>
              <a:rPr lang="en-US"/>
            </a:br>
            <a:r>
              <a:rPr lang="en-US"/>
              <a:t> we take </a:t>
            </a:r>
            <a:r>
              <a:rPr lang="en-US" b="1"/>
              <a:t>small, careful steps</a:t>
            </a:r>
            <a:r>
              <a:rPr lang="en-US"/>
              <a:t>.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GRPO updates the policy by preferring better actions within a group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C526E1-B724-8C4D-2619-15D4309C24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9ECA8B-4E02-1345-9834-1F2BF8D2A102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0296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GRPO updates the policy by preferring better actions within a group</a:t>
            </a:r>
          </a:p>
          <a:p>
            <a:endParaRPr lang="en-US"/>
          </a:p>
          <a:p>
            <a:r>
              <a:rPr lang="en-US"/>
              <a:t>Now let’s look at a newer idea — </a:t>
            </a:r>
            <a:r>
              <a:rPr lang="en-US" b="1"/>
              <a:t>GRPO</a:t>
            </a:r>
            <a:r>
              <a:rPr lang="en-US"/>
              <a:t>, which stands for Group Relative Policy Optimization.</a:t>
            </a:r>
          </a:p>
          <a:p>
            <a:r>
              <a:rPr lang="en-US"/>
              <a:t>At first glance, it looks similar:</a:t>
            </a:r>
          </a:p>
          <a:p>
            <a:pPr marL="171450" indent="-171450">
              <a:buFont typeface="Arial"/>
              <a:buChar char="•"/>
            </a:pPr>
            <a:r>
              <a:rPr lang="en-US"/>
              <a:t>we still have a policy </a:t>
            </a:r>
          </a:p>
          <a:p>
            <a:pPr marL="171450" indent="-171450">
              <a:buFont typeface="Arial"/>
              <a:buChar char="•"/>
            </a:pPr>
            <a:r>
              <a:rPr lang="en-US"/>
              <a:t>we still generate outputs </a:t>
            </a:r>
          </a:p>
          <a:p>
            <a:pPr marL="171450" indent="-171450">
              <a:buFont typeface="Arial"/>
              <a:buChar char="•"/>
            </a:pPr>
            <a:r>
              <a:rPr lang="en-US"/>
              <a:t>we still evaluate them </a:t>
            </a:r>
          </a:p>
          <a:p>
            <a:r>
              <a:rPr lang="en-US"/>
              <a:t>But there is one key difference</a:t>
            </a:r>
          </a:p>
          <a:p>
            <a:endParaRPr lang="en-US"/>
          </a:p>
          <a:p>
            <a:r>
              <a:rPr lang="en-US"/>
              <a:t>In PPO:</a:t>
            </a:r>
          </a:p>
          <a:p>
            <a:pPr marL="171450" indent="-171450">
              <a:buFont typeface="Arial"/>
              <a:buChar char="•"/>
            </a:pPr>
            <a:r>
              <a:rPr lang="en-US"/>
              <a:t>we generate one output </a:t>
            </a:r>
          </a:p>
          <a:p>
            <a:pPr marL="171450" indent="-171450">
              <a:buFont typeface="Arial"/>
              <a:buChar char="•"/>
            </a:pPr>
            <a:r>
              <a:rPr lang="en-US"/>
              <a:t>we evaluate it </a:t>
            </a:r>
          </a:p>
          <a:p>
            <a:pPr marL="171450" indent="-171450">
              <a:buFont typeface="Arial"/>
              <a:buChar char="•"/>
            </a:pPr>
            <a:r>
              <a:rPr lang="en-US"/>
              <a:t>we compare it to an expected value </a:t>
            </a:r>
          </a:p>
          <a:p>
            <a:r>
              <a:rPr lang="en-US"/>
              <a:t>But in GRPO:</a:t>
            </a:r>
          </a:p>
          <a:p>
            <a:r>
              <a:rPr lang="en-US"/>
              <a:t>we generate </a:t>
            </a:r>
            <a:r>
              <a:rPr lang="en-US" b="1"/>
              <a:t>multiple outputs at once</a:t>
            </a:r>
            <a:endParaRPr lang="en-US"/>
          </a:p>
          <a:p>
            <a:r>
              <a:rPr lang="en-US"/>
              <a:t>Let’s say:</a:t>
            </a:r>
          </a:p>
          <a:p>
            <a:pPr marL="171450" indent="-171450">
              <a:buFont typeface="Arial"/>
              <a:buChar char="•"/>
            </a:pPr>
            <a:r>
              <a:rPr lang="en-US"/>
              <a:t>o1, o2, o3, … oG </a:t>
            </a:r>
          </a:p>
          <a:p>
            <a:r>
              <a:rPr lang="en-US"/>
              <a:t>Each of these outputs gets a reward:</a:t>
            </a:r>
          </a:p>
          <a:p>
            <a:pPr marL="171450" indent="-171450">
              <a:buFont typeface="Arial"/>
              <a:buChar char="•"/>
            </a:pPr>
            <a:r>
              <a:rPr lang="en-US"/>
              <a:t>r1, r2, r3, … </a:t>
            </a:r>
            <a:r>
              <a:rPr lang="en-US" err="1"/>
              <a:t>rG</a:t>
            </a:r>
          </a:p>
          <a:p>
            <a:pPr marL="171450" indent="-171450">
              <a:buFont typeface="Arial"/>
              <a:buChar char="•"/>
            </a:pPr>
            <a:endParaRPr lang="en-US"/>
          </a:p>
          <a:p>
            <a:r>
              <a:rPr lang="en-US"/>
              <a:t>Now instead of comparing to a value model,</a:t>
            </a:r>
            <a:br>
              <a:rPr lang="en-US"/>
            </a:br>
            <a:r>
              <a:rPr lang="en-US"/>
              <a:t> GRPO does something simpler — and quite clever.</a:t>
            </a:r>
          </a:p>
          <a:p>
            <a:r>
              <a:rPr lang="en-US"/>
              <a:t> It compares outputs </a:t>
            </a:r>
            <a:r>
              <a:rPr lang="en-US" b="1"/>
              <a:t>within the group</a:t>
            </a:r>
            <a:endParaRPr lang="en-US"/>
          </a:p>
          <a:p>
            <a:r>
              <a:rPr lang="en-US"/>
              <a:t>So rather than asking:</a:t>
            </a:r>
          </a:p>
          <a:p>
            <a:pPr marL="171450" indent="-171450">
              <a:buFont typeface="Arial"/>
              <a:buChar char="•"/>
            </a:pPr>
            <a:r>
              <a:rPr lang="en-US"/>
              <a:t>“Was this output good in absolute terms?” </a:t>
            </a:r>
          </a:p>
          <a:p>
            <a:r>
              <a:rPr lang="en-US"/>
              <a:t>We ask:</a:t>
            </a:r>
          </a:p>
          <a:p>
            <a:pPr marL="171450" indent="-171450">
              <a:buFont typeface="Arial"/>
              <a:buChar char="•"/>
            </a:pPr>
            <a:r>
              <a:rPr lang="en-US"/>
              <a:t>“Was this output better than the others?” </a:t>
            </a:r>
          </a:p>
          <a:p>
            <a:pPr marL="171450" indent="-171450">
              <a:buFont typeface="Arial"/>
              <a:buChar char="•"/>
            </a:pPr>
            <a:endParaRPr lang="en-US"/>
          </a:p>
          <a:p>
            <a:r>
              <a:rPr lang="en-US"/>
              <a:t>So the advantage is computed </a:t>
            </a:r>
            <a:r>
              <a:rPr lang="en-US" b="1"/>
              <a:t>relatively</a:t>
            </a:r>
            <a:r>
              <a:rPr lang="en-US"/>
              <a:t>.</a:t>
            </a:r>
          </a:p>
          <a:p>
            <a:r>
              <a:rPr lang="en-US"/>
              <a:t>For example:</a:t>
            </a:r>
          </a:p>
          <a:p>
            <a:pPr marL="171450" indent="-171450">
              <a:buFont typeface="Arial"/>
              <a:buChar char="•"/>
            </a:pPr>
            <a:r>
              <a:rPr lang="en-US"/>
              <a:t>if one response is the best among the group → increase its probability </a:t>
            </a:r>
          </a:p>
          <a:p>
            <a:pPr marL="171450" indent="-171450">
              <a:buFont typeface="Arial"/>
              <a:buChar char="•"/>
            </a:pPr>
            <a:r>
              <a:rPr lang="en-US"/>
              <a:t>if another is worse → decrease its probability </a:t>
            </a:r>
          </a:p>
          <a:p>
            <a:br>
              <a:rPr lang="en-US"/>
            </a:br>
            <a:endParaRPr lang="en-US"/>
          </a:p>
          <a:p>
            <a:r>
              <a:rPr lang="en-US"/>
              <a:t>Notice something important here:</a:t>
            </a:r>
          </a:p>
          <a:p>
            <a:r>
              <a:rPr lang="en-US"/>
              <a:t> GRPO does </a:t>
            </a:r>
            <a:r>
              <a:rPr lang="en-US" b="1"/>
              <a:t>not need a value model</a:t>
            </a:r>
            <a:endParaRPr lang="en-US"/>
          </a:p>
          <a:p>
            <a:r>
              <a:rPr lang="en-US"/>
              <a:t>So compared to PPO:</a:t>
            </a:r>
          </a:p>
          <a:p>
            <a:pPr marL="171450" indent="-171450">
              <a:buFont typeface="Arial"/>
              <a:buChar char="•"/>
            </a:pPr>
            <a:r>
              <a:rPr lang="en-US"/>
              <a:t>fewer components </a:t>
            </a:r>
          </a:p>
          <a:p>
            <a:pPr marL="171450" indent="-171450">
              <a:buFont typeface="Arial"/>
              <a:buChar char="•"/>
            </a:pPr>
            <a:r>
              <a:rPr lang="en-US"/>
              <a:t>simpler pipeline </a:t>
            </a:r>
          </a:p>
          <a:p>
            <a:pPr marL="171450" indent="-171450">
              <a:buFont typeface="Arial"/>
              <a:buChar char="•"/>
            </a:pPr>
            <a:r>
              <a:rPr lang="en-US"/>
              <a:t>potentially faster training</a:t>
            </a:r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9ECA8B-4E02-1345-9834-1F2BF8D2A102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0054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09/04/2026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09/04/2026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09/04/2026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09/04/2026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09/04/2026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09/04/2026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09/04/2026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09/04/2026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09/04/2026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09/04/2026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09/04/2026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09/04/2026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ithub.com/ntu-dl-bootcamp/deep-learning-2026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gif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7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12" Type="http://schemas.openxmlformats.org/officeDocument/2006/relationships/image" Target="../media/image46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5" Type="http://schemas.openxmlformats.org/officeDocument/2006/relationships/image" Target="../media/image49.png"/><Relationship Id="rId10" Type="http://schemas.openxmlformats.org/officeDocument/2006/relationships/image" Target="../media/image44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Relationship Id="rId14" Type="http://schemas.openxmlformats.org/officeDocument/2006/relationships/image" Target="../media/image4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svg"/><Relationship Id="rId2" Type="http://schemas.openxmlformats.org/officeDocument/2006/relationships/image" Target="../media/image24.sv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Relationship Id="rId9" Type="http://schemas.openxmlformats.org/officeDocument/2006/relationships/image" Target="../media/image6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7" Type="http://schemas.openxmlformats.org/officeDocument/2006/relationships/image" Target="../media/image69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7" Type="http://schemas.openxmlformats.org/officeDocument/2006/relationships/image" Target="../media/image80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3C30885-DA6A-15B2-0342-C7CE4CCE37D4}"/>
              </a:ext>
            </a:extLst>
          </p:cNvPr>
          <p:cNvSpPr txBox="1">
            <a:spLocks/>
          </p:cNvSpPr>
          <p:nvPr/>
        </p:nvSpPr>
        <p:spPr>
          <a:xfrm>
            <a:off x="1551006" y="2720831"/>
            <a:ext cx="9089987" cy="1416338"/>
          </a:xfrm>
          <a:prstGeom prst="rect">
            <a:avLst/>
          </a:prstGeom>
        </p:spPr>
        <p:txBody>
          <a:bodyPr vert="horz" lIns="121920" tIns="60960" rIns="121920" bIns="60960" rtlCol="0" anchor="ctr">
            <a:noAutofit/>
          </a:bodyPr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200" b="1">
                <a:solidFill>
                  <a:srgbClr val="C00000"/>
                </a:solidFill>
                <a:cs typeface="Arial"/>
              </a:rPr>
              <a:t>Deep Learning Bootcamp 2026</a:t>
            </a:r>
            <a:endParaRPr lang="en-US" sz="3200" b="1">
              <a:solidFill>
                <a:srgbClr val="002060"/>
              </a:solidFill>
              <a:cs typeface="Arial"/>
            </a:endParaRPr>
          </a:p>
          <a:p>
            <a:pPr algn="ctr"/>
            <a:r>
              <a:rPr lang="en-US" sz="3200" b="1">
                <a:solidFill>
                  <a:srgbClr val="002060"/>
                </a:solidFill>
                <a:cs typeface="Arial"/>
              </a:rPr>
              <a:t>Session 5: Reinforcement Learning (RL)</a:t>
            </a:r>
            <a:endParaRPr lang="en-US" sz="3200" b="1">
              <a:solidFill>
                <a:srgbClr val="C00000"/>
              </a:solidFill>
              <a:cs typeface="Arial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5D69DFD7-2DB3-058C-6233-38DE4725E2C1}"/>
              </a:ext>
            </a:extLst>
          </p:cNvPr>
          <p:cNvSpPr txBox="1">
            <a:spLocks/>
          </p:cNvSpPr>
          <p:nvPr/>
        </p:nvSpPr>
        <p:spPr>
          <a:xfrm>
            <a:off x="8058868" y="4245858"/>
            <a:ext cx="3702443" cy="1164953"/>
          </a:xfrm>
          <a:prstGeom prst="rect">
            <a:avLst/>
          </a:prstGeom>
        </p:spPr>
        <p:txBody>
          <a:bodyPr vert="horz" lIns="121920" tIns="60960" rIns="121920" bIns="60960" rtlCol="0" anchor="t">
            <a:noAutofit/>
          </a:bodyPr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en-US" sz="2133" b="1">
                <a:solidFill>
                  <a:srgbClr val="1853B2"/>
                </a:solidFill>
                <a:cs typeface="Arial"/>
              </a:rPr>
              <a:t>Subrat Prasad Panda</a:t>
            </a:r>
          </a:p>
          <a:p>
            <a:pPr algn="ctr"/>
            <a:r>
              <a:rPr lang="en-US" sz="2100">
                <a:solidFill>
                  <a:srgbClr val="1853B2"/>
                </a:solidFill>
                <a:cs typeface="Arial"/>
              </a:rPr>
              <a:t>PhD Student (CCDS), Year 4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BB952BB4-5A14-FA8F-C7F5-2345BB60021A}"/>
              </a:ext>
            </a:extLst>
          </p:cNvPr>
          <p:cNvSpPr txBox="1">
            <a:spLocks/>
          </p:cNvSpPr>
          <p:nvPr/>
        </p:nvSpPr>
        <p:spPr>
          <a:xfrm>
            <a:off x="653982" y="4248326"/>
            <a:ext cx="3702443" cy="1164953"/>
          </a:xfrm>
          <a:prstGeom prst="rect">
            <a:avLst/>
          </a:prstGeom>
        </p:spPr>
        <p:txBody>
          <a:bodyPr vert="horz" lIns="121920" tIns="60960" rIns="121920" bIns="60960" rtlCol="0" anchor="t">
            <a:noAutofit/>
          </a:bodyPr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100" b="1">
                <a:solidFill>
                  <a:srgbClr val="1853B2"/>
                </a:solidFill>
                <a:cs typeface="Arial"/>
              </a:rPr>
              <a:t>Si Qi Goh</a:t>
            </a:r>
            <a:endParaRPr lang="en-US"/>
          </a:p>
          <a:p>
            <a:pPr algn="ctr"/>
            <a:r>
              <a:rPr lang="en-US" sz="2100">
                <a:solidFill>
                  <a:srgbClr val="1853B2"/>
                </a:solidFill>
                <a:cs typeface="Arial"/>
              </a:rPr>
              <a:t>PhD Student (CCDS), Year 4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2DF6B3B4-A158-9358-8669-3872AAF85773}"/>
              </a:ext>
            </a:extLst>
          </p:cNvPr>
          <p:cNvSpPr txBox="1">
            <a:spLocks/>
          </p:cNvSpPr>
          <p:nvPr/>
        </p:nvSpPr>
        <p:spPr>
          <a:xfrm>
            <a:off x="4356425" y="4245858"/>
            <a:ext cx="3702443" cy="1164953"/>
          </a:xfrm>
          <a:prstGeom prst="rect">
            <a:avLst/>
          </a:prstGeom>
        </p:spPr>
        <p:txBody>
          <a:bodyPr vert="horz" lIns="121920" tIns="60960" rIns="121920" bIns="60960" rtlCol="0" anchor="t">
            <a:noAutofit/>
          </a:bodyPr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100" b="1">
                <a:solidFill>
                  <a:srgbClr val="1853B2"/>
                </a:solidFill>
                <a:cs typeface="Arial"/>
              </a:rPr>
              <a:t>Minh H. Le</a:t>
            </a:r>
            <a:endParaRPr lang="en-US" sz="2133" b="1">
              <a:solidFill>
                <a:srgbClr val="1853B2"/>
              </a:solidFill>
              <a:cs typeface="Arial"/>
            </a:endParaRPr>
          </a:p>
          <a:p>
            <a:pPr algn="ctr"/>
            <a:r>
              <a:rPr lang="en-US" sz="2100">
                <a:solidFill>
                  <a:srgbClr val="1853B2"/>
                </a:solidFill>
                <a:cs typeface="Arial"/>
              </a:rPr>
              <a:t>PhD Student (MAE), Year 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30B45BF-1101-F8C5-8089-46B918E4F535}"/>
              </a:ext>
            </a:extLst>
          </p:cNvPr>
          <p:cNvSpPr txBox="1"/>
          <p:nvPr/>
        </p:nvSpPr>
        <p:spPr>
          <a:xfrm>
            <a:off x="4346008" y="5207627"/>
            <a:ext cx="3499980" cy="6001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GB" sz="1400" b="1">
                <a:solidFill>
                  <a:srgbClr val="242424"/>
                </a:solidFill>
                <a:highlight>
                  <a:srgbClr val="FFFFFF"/>
                </a:highlight>
                <a:latin typeface="Segoe UI"/>
                <a:cs typeface="Segoe UI"/>
              </a:rPr>
              <a:t>NTU Singapore</a:t>
            </a:r>
          </a:p>
          <a:p>
            <a:pPr algn="ctr"/>
            <a:r>
              <a:rPr lang="en-GB" sz="1200" b="1">
                <a:solidFill>
                  <a:srgbClr val="242424"/>
                </a:solidFill>
                <a:highlight>
                  <a:srgbClr val="FFFFFF"/>
                </a:highlight>
                <a:latin typeface="Segoe UI"/>
                <a:cs typeface="Segoe UI"/>
              </a:rPr>
              <a:t>10th April 2026, 2 PM @ ARC-LHN-TR+12</a:t>
            </a:r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0F67226-A858-8341-20BF-DDF09A9E40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0270" y="5970469"/>
            <a:ext cx="5671458" cy="78109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E515473-FCC9-4BEE-B615-5775BCEA09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83" t="36045" r="25464" b="14273"/>
          <a:stretch>
            <a:fillRect/>
          </a:stretch>
        </p:blipFill>
        <p:spPr>
          <a:xfrm>
            <a:off x="5088080" y="322415"/>
            <a:ext cx="2239131" cy="224954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84787CC-D486-88EE-F790-5198CCD61278}"/>
              </a:ext>
            </a:extLst>
          </p:cNvPr>
          <p:cNvSpPr txBox="1"/>
          <p:nvPr/>
        </p:nvSpPr>
        <p:spPr>
          <a:xfrm>
            <a:off x="4525504" y="66091"/>
            <a:ext cx="3300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002060"/>
                </a:solidFill>
              </a:rPr>
              <a:t>Please mark your attendance.</a:t>
            </a:r>
          </a:p>
        </p:txBody>
      </p:sp>
    </p:spTree>
    <p:extLst>
      <p:ext uri="{BB962C8B-B14F-4D97-AF65-F5344CB8AC3E}">
        <p14:creationId xmlns:p14="http://schemas.microsoft.com/office/powerpoint/2010/main" val="26573943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497BD4-FB4B-C09F-4B8A-C43EBA80A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GB" sz="5400"/>
              <a:t>Link to Resources</a:t>
            </a:r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A2C4DD-8D00-785E-6CEA-A6C09477C0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132" y="2225487"/>
            <a:ext cx="8215908" cy="391395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>
              <a:lnSpc>
                <a:spcPct val="200000"/>
              </a:lnSpc>
            </a:pPr>
            <a:r>
              <a:rPr lang="en-GB" sz="2200" b="1">
                <a:solidFill>
                  <a:srgbClr val="C00000"/>
                </a:solidFill>
                <a:ea typeface="+mn-lt"/>
                <a:cs typeface="+mn-lt"/>
              </a:rPr>
              <a:t>Google </a:t>
            </a:r>
            <a:r>
              <a:rPr lang="en-GB" sz="2200" b="1" err="1">
                <a:solidFill>
                  <a:srgbClr val="C00000"/>
                </a:solidFill>
                <a:ea typeface="+mn-lt"/>
                <a:cs typeface="+mn-lt"/>
              </a:rPr>
              <a:t>Colab</a:t>
            </a:r>
            <a:r>
              <a:rPr lang="en-GB" sz="2200" b="1">
                <a:solidFill>
                  <a:srgbClr val="C00000"/>
                </a:solidFill>
                <a:ea typeface="+mn-lt"/>
                <a:cs typeface="+mn-lt"/>
              </a:rPr>
              <a:t> Notebooks (for this session): </a:t>
            </a:r>
          </a:p>
          <a:p>
            <a:pPr lvl="1"/>
            <a:r>
              <a:rPr lang="en-GB" sz="2200" b="1">
                <a:solidFill>
                  <a:srgbClr val="002060"/>
                </a:solidFill>
                <a:ea typeface="+mn-lt"/>
                <a:cs typeface="+mn-lt"/>
                <a:hlinkClick r:id="rId2"/>
              </a:rPr>
              <a:t>https://github.com/ntu-dl-bootcamp/deep-learning-2026</a:t>
            </a:r>
            <a:endParaRPr lang="en-GB" sz="2200" b="1">
              <a:solidFill>
                <a:srgbClr val="002060"/>
              </a:solidFill>
              <a:ea typeface="+mn-lt"/>
              <a:cs typeface="+mn-lt"/>
            </a:endParaRPr>
          </a:p>
          <a:p>
            <a:pPr lvl="2"/>
            <a:r>
              <a:rPr lang="en-GB" sz="2200" b="1">
                <a:solidFill>
                  <a:srgbClr val="002060"/>
                </a:solidFill>
                <a:ea typeface="+mn-lt"/>
                <a:cs typeface="+mn-lt"/>
              </a:rPr>
              <a:t>Go to SESSION 5</a:t>
            </a:r>
          </a:p>
          <a:p>
            <a:pPr lvl="2"/>
            <a:r>
              <a:rPr lang="en-GB" sz="2200" b="1">
                <a:solidFill>
                  <a:srgbClr val="002060"/>
                </a:solidFill>
                <a:ea typeface="+mn-lt"/>
                <a:cs typeface="+mn-lt"/>
              </a:rPr>
              <a:t>Slides and notebooks are available</a:t>
            </a:r>
          </a:p>
          <a:p>
            <a:pPr>
              <a:lnSpc>
                <a:spcPct val="210000"/>
              </a:lnSpc>
            </a:pPr>
            <a:r>
              <a:rPr lang="en-GB" sz="1900" b="1">
                <a:ea typeface="+mn-lt"/>
                <a:cs typeface="+mn-lt"/>
              </a:rPr>
              <a:t>Recommended Lecture Series</a:t>
            </a:r>
            <a:r>
              <a:rPr lang="en-GB" sz="1900">
                <a:ea typeface="+mn-lt"/>
                <a:cs typeface="+mn-lt"/>
              </a:rPr>
              <a:t>:</a:t>
            </a:r>
          </a:p>
          <a:p>
            <a:pPr lvl="1"/>
            <a:r>
              <a:rPr lang="en-GB" sz="1900">
                <a:ea typeface="+mn-lt"/>
                <a:cs typeface="+mn-lt"/>
              </a:rPr>
              <a:t>Reinforcement Learning, CS 285, UC Berkley (</a:t>
            </a:r>
            <a:r>
              <a:rPr lang="en-GB" sz="1900" b="1">
                <a:ea typeface="+mn-lt"/>
                <a:cs typeface="+mn-lt"/>
              </a:rPr>
              <a:t>Sergey Levine</a:t>
            </a:r>
            <a:r>
              <a:rPr lang="en-GB" sz="1900">
                <a:ea typeface="+mn-lt"/>
                <a:cs typeface="+mn-lt"/>
              </a:rPr>
              <a:t>)</a:t>
            </a:r>
          </a:p>
          <a:p>
            <a:pPr lvl="1"/>
            <a:r>
              <a:rPr lang="en-GB" sz="1900">
                <a:ea typeface="+mn-lt"/>
                <a:cs typeface="+mn-lt"/>
              </a:rPr>
              <a:t>Foundation of RL, 6 Lecture Series by </a:t>
            </a:r>
            <a:r>
              <a:rPr lang="en-GB" sz="1900" b="1">
                <a:ea typeface="+mn-lt"/>
                <a:cs typeface="+mn-lt"/>
              </a:rPr>
              <a:t>Pieter </a:t>
            </a:r>
            <a:r>
              <a:rPr lang="en-GB" sz="1900" b="1" err="1">
                <a:ea typeface="+mn-lt"/>
                <a:cs typeface="+mn-lt"/>
              </a:rPr>
              <a:t>Abbeel</a:t>
            </a:r>
            <a:endParaRPr lang="en-GB" sz="1900" b="1">
              <a:ea typeface="+mn-lt"/>
              <a:cs typeface="+mn-lt"/>
            </a:endParaRPr>
          </a:p>
          <a:p>
            <a:r>
              <a:rPr lang="en-GB" sz="1900" b="1">
                <a:ea typeface="+mn-lt"/>
                <a:cs typeface="+mn-lt"/>
              </a:rPr>
              <a:t>Recommended Books:</a:t>
            </a:r>
          </a:p>
          <a:p>
            <a:pPr lvl="1"/>
            <a:r>
              <a:rPr lang="en-GB" sz="1900">
                <a:ea typeface="+mn-lt"/>
                <a:cs typeface="+mn-lt"/>
              </a:rPr>
              <a:t>Reinforcement Learning: An Introduction, Sutton and Barto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A755C6-55A4-61D5-00F9-D424C46B6B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91" b="-4"/>
          <a:stretch>
            <a:fillRect/>
          </a:stretch>
        </p:blipFill>
        <p:spPr>
          <a:xfrm>
            <a:off x="8596179" y="2500289"/>
            <a:ext cx="3236689" cy="3364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2576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3C8F8-446D-DDB6-D922-09D2CC43C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919" y="-72233"/>
            <a:ext cx="10515600" cy="1325563"/>
          </a:xfrm>
        </p:spPr>
        <p:txBody>
          <a:bodyPr/>
          <a:lstStyle/>
          <a:p>
            <a:r>
              <a:rPr lang="en-GB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34BB1F-C512-5F2E-9D71-96E597857A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1573" y="880126"/>
            <a:ext cx="7525871" cy="5829957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 sz="2000" b="1">
                <a:solidFill>
                  <a:schemeClr val="accent3">
                    <a:lumMod val="75000"/>
                  </a:schemeClr>
                </a:solidFill>
              </a:rPr>
              <a:t>Supervised Learning: Recap</a:t>
            </a:r>
          </a:p>
          <a:p>
            <a:r>
              <a:rPr lang="en-GB" sz="2000" b="1">
                <a:solidFill>
                  <a:schemeClr val="accent3">
                    <a:lumMod val="75000"/>
                  </a:schemeClr>
                </a:solidFill>
              </a:rPr>
              <a:t>New Problem Setting</a:t>
            </a:r>
          </a:p>
          <a:p>
            <a:pPr lvl="1"/>
            <a:r>
              <a:rPr lang="en-GB" sz="1600">
                <a:solidFill>
                  <a:schemeClr val="accent3">
                    <a:lumMod val="75000"/>
                  </a:schemeClr>
                </a:solidFill>
              </a:rPr>
              <a:t>Examples</a:t>
            </a:r>
          </a:p>
          <a:p>
            <a:r>
              <a:rPr lang="en-GB" sz="2000" b="1">
                <a:solidFill>
                  <a:schemeClr val="accent3">
                    <a:lumMod val="75000"/>
                  </a:schemeClr>
                </a:solidFill>
              </a:rPr>
              <a:t>Identifying the Problem</a:t>
            </a:r>
          </a:p>
          <a:p>
            <a:r>
              <a:rPr lang="en-GB" sz="2000" b="1">
                <a:solidFill>
                  <a:schemeClr val="accent4">
                    <a:lumMod val="75000"/>
                  </a:schemeClr>
                </a:solidFill>
              </a:rPr>
              <a:t>Reinforcement Learning (RL)</a:t>
            </a:r>
          </a:p>
          <a:p>
            <a:r>
              <a:rPr lang="en-GB" sz="2000" b="1">
                <a:solidFill>
                  <a:schemeClr val="accent4">
                    <a:lumMod val="75000"/>
                  </a:schemeClr>
                </a:solidFill>
              </a:rPr>
              <a:t>Formulating RL Problems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GB" sz="2000">
                <a:solidFill>
                  <a:schemeClr val="accent4">
                    <a:lumMod val="75000"/>
                  </a:schemeClr>
                </a:solidFill>
              </a:rPr>
              <a:t>Defining Environment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GB" sz="2000">
                <a:solidFill>
                  <a:schemeClr val="accent4">
                    <a:lumMod val="75000"/>
                  </a:schemeClr>
                </a:solidFill>
              </a:rPr>
              <a:t>Specifying Reward</a:t>
            </a:r>
          </a:p>
          <a:p>
            <a:r>
              <a:rPr lang="en-GB" sz="2000" b="1">
                <a:solidFill>
                  <a:schemeClr val="accent2">
                    <a:lumMod val="75000"/>
                  </a:schemeClr>
                </a:solidFill>
              </a:rPr>
              <a:t>Introduction to OpenAI Gym</a:t>
            </a:r>
          </a:p>
          <a:p>
            <a:pPr lvl="1"/>
            <a:r>
              <a:rPr lang="en-GB" sz="2000">
                <a:solidFill>
                  <a:schemeClr val="accent2">
                    <a:lumMod val="75000"/>
                  </a:schemeClr>
                </a:solidFill>
              </a:rPr>
              <a:t>write 2 environments, reward, run random policy, show plots)</a:t>
            </a:r>
          </a:p>
          <a:p>
            <a:r>
              <a:rPr lang="en-GB" sz="2000" b="1">
                <a:solidFill>
                  <a:schemeClr val="tx1">
                    <a:lumMod val="95000"/>
                    <a:lumOff val="5000"/>
                  </a:schemeClr>
                </a:solidFill>
              </a:rPr>
              <a:t>RL Algorithms </a:t>
            </a:r>
            <a:r>
              <a:rPr lang="en-GB" sz="2000">
                <a:solidFill>
                  <a:schemeClr val="tx1">
                    <a:lumMod val="95000"/>
                    <a:lumOff val="5000"/>
                  </a:schemeClr>
                </a:solidFill>
              </a:rPr>
              <a:t>(10 mins)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GB" sz="2000">
                <a:solidFill>
                  <a:schemeClr val="tx1">
                    <a:lumMod val="95000"/>
                    <a:lumOff val="5000"/>
                  </a:schemeClr>
                </a:solidFill>
              </a:rPr>
              <a:t>Value-based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GB" sz="2000">
                <a:solidFill>
                  <a:schemeClr val="tx1">
                    <a:lumMod val="95000"/>
                    <a:lumOff val="5000"/>
                  </a:schemeClr>
                </a:solidFill>
              </a:rPr>
              <a:t>Policy-based</a:t>
            </a:r>
          </a:p>
          <a:p>
            <a:r>
              <a:rPr lang="en-GB" sz="2000" b="1">
                <a:solidFill>
                  <a:schemeClr val="tx1">
                    <a:lumMod val="95000"/>
                    <a:lumOff val="5000"/>
                  </a:schemeClr>
                </a:solidFill>
              </a:rPr>
              <a:t>StableBaselines3 </a:t>
            </a:r>
            <a:r>
              <a:rPr lang="en-GB" sz="2000">
                <a:solidFill>
                  <a:schemeClr val="tx1">
                    <a:lumMod val="95000"/>
                    <a:lumOff val="5000"/>
                  </a:schemeClr>
                </a:solidFill>
              </a:rPr>
              <a:t>(5 mins)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GB" sz="2000">
                <a:solidFill>
                  <a:schemeClr val="tx1">
                    <a:lumMod val="95000"/>
                    <a:lumOff val="5000"/>
                  </a:schemeClr>
                </a:solidFill>
              </a:rPr>
              <a:t>DQN and PPO (40 mins)</a:t>
            </a:r>
            <a:endParaRPr lang="en-GB" sz="2000" b="1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GB" sz="2000" b="1">
                <a:solidFill>
                  <a:schemeClr val="tx1">
                    <a:lumMod val="95000"/>
                    <a:lumOff val="5000"/>
                  </a:schemeClr>
                </a:solidFill>
              </a:rPr>
              <a:t>Advanced Methods </a:t>
            </a:r>
            <a:r>
              <a:rPr lang="en-GB" sz="2000">
                <a:solidFill>
                  <a:schemeClr val="tx1">
                    <a:lumMod val="95000"/>
                    <a:lumOff val="5000"/>
                  </a:schemeClr>
                </a:solidFill>
              </a:rPr>
              <a:t>(5 mins)</a:t>
            </a:r>
            <a:endParaRPr lang="en-GB" sz="240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B8D3D65-4FB7-DD9E-3219-6DC8C3F03382}"/>
              </a:ext>
            </a:extLst>
          </p:cNvPr>
          <p:cNvSpPr/>
          <p:nvPr/>
        </p:nvSpPr>
        <p:spPr>
          <a:xfrm>
            <a:off x="9092430" y="896327"/>
            <a:ext cx="1550504" cy="1312583"/>
          </a:xfrm>
          <a:prstGeom prst="roundRect">
            <a:avLst>
              <a:gd name="adj" fmla="val 5144"/>
            </a:avLst>
          </a:prstGeom>
          <a:solidFill>
            <a:schemeClr val="accent6">
              <a:lumMod val="20000"/>
              <a:lumOff val="80000"/>
              <a:alpha val="58499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~15 mins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4DDD445-7ED9-9CB1-F763-18FA1813CFCB}"/>
              </a:ext>
            </a:extLst>
          </p:cNvPr>
          <p:cNvSpPr/>
          <p:nvPr/>
        </p:nvSpPr>
        <p:spPr>
          <a:xfrm>
            <a:off x="9092430" y="2300524"/>
            <a:ext cx="1550504" cy="1312583"/>
          </a:xfrm>
          <a:prstGeom prst="roundRect">
            <a:avLst>
              <a:gd name="adj" fmla="val 5144"/>
            </a:avLst>
          </a:prstGeom>
          <a:solidFill>
            <a:schemeClr val="accent1">
              <a:lumMod val="20000"/>
              <a:lumOff val="80000"/>
              <a:alpha val="52623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~15 mins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445D4D6-93B4-4295-55F8-856260A12407}"/>
              </a:ext>
            </a:extLst>
          </p:cNvPr>
          <p:cNvSpPr/>
          <p:nvPr/>
        </p:nvSpPr>
        <p:spPr>
          <a:xfrm>
            <a:off x="9092430" y="3731615"/>
            <a:ext cx="1550504" cy="808879"/>
          </a:xfrm>
          <a:prstGeom prst="roundRect">
            <a:avLst>
              <a:gd name="adj" fmla="val 5144"/>
            </a:avLst>
          </a:prstGeom>
          <a:solidFill>
            <a:schemeClr val="accent2">
              <a:lumMod val="20000"/>
              <a:lumOff val="80000"/>
              <a:alpha val="67138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~1 hour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4D676B2-C1CA-307D-EA1A-C6A331739D1D}"/>
              </a:ext>
            </a:extLst>
          </p:cNvPr>
          <p:cNvSpPr/>
          <p:nvPr/>
        </p:nvSpPr>
        <p:spPr>
          <a:xfrm>
            <a:off x="9092430" y="4728395"/>
            <a:ext cx="1550504" cy="2012176"/>
          </a:xfrm>
          <a:prstGeom prst="roundRect">
            <a:avLst>
              <a:gd name="adj" fmla="val 5144"/>
            </a:avLst>
          </a:prstGeom>
          <a:solidFill>
            <a:schemeClr val="bg1">
              <a:lumMod val="95000"/>
              <a:alpha val="6535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~1 hour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0E1A9AE-5340-417E-9998-C1B6B08D7439}"/>
              </a:ext>
            </a:extLst>
          </p:cNvPr>
          <p:cNvCxnSpPr>
            <a:cxnSpLocks/>
          </p:cNvCxnSpPr>
          <p:nvPr/>
        </p:nvCxnSpPr>
        <p:spPr>
          <a:xfrm>
            <a:off x="1506067" y="4621176"/>
            <a:ext cx="9308028" cy="0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06D4BBF-D602-525E-2D66-9830BC95EC2C}"/>
              </a:ext>
            </a:extLst>
          </p:cNvPr>
          <p:cNvSpPr txBox="1"/>
          <p:nvPr/>
        </p:nvSpPr>
        <p:spPr>
          <a:xfrm>
            <a:off x="10799644" y="4436510"/>
            <a:ext cx="7571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/>
              <a:t>Break</a:t>
            </a:r>
          </a:p>
        </p:txBody>
      </p:sp>
    </p:spTree>
    <p:extLst>
      <p:ext uri="{BB962C8B-B14F-4D97-AF65-F5344CB8AC3E}">
        <p14:creationId xmlns:p14="http://schemas.microsoft.com/office/powerpoint/2010/main" val="12508464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10609-7F20-5F68-9CE0-E7FF6944B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720" y="-1060"/>
            <a:ext cx="10515600" cy="1325563"/>
          </a:xfrm>
        </p:spPr>
        <p:txBody>
          <a:bodyPr/>
          <a:lstStyle/>
          <a:p>
            <a:r>
              <a:rPr lang="en-GB"/>
              <a:t>Supervised Learning: Recap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AF4ED78-8093-FB2F-8428-0B29745BD2F6}"/>
                  </a:ext>
                </a:extLst>
              </p:cNvPr>
              <p:cNvSpPr txBox="1"/>
              <p:nvPr/>
            </p:nvSpPr>
            <p:spPr>
              <a:xfrm>
                <a:off x="1949205" y="3963881"/>
                <a:ext cx="337194" cy="376198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GB" b="1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AF4ED78-8093-FB2F-8428-0B29745BD2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9205" y="3963881"/>
                <a:ext cx="337194" cy="3761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726378EA-32D3-788D-A29A-8129C8BB5FB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19369626"/>
                  </p:ext>
                </p:extLst>
              </p:nvPr>
            </p:nvGraphicFramePr>
            <p:xfrm>
              <a:off x="1532353" y="4727769"/>
              <a:ext cx="6578751" cy="1739046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853804">
                      <a:extLst>
                        <a:ext uri="{9D8B030D-6E8A-4147-A177-3AD203B41FA5}">
                          <a16:colId xmlns:a16="http://schemas.microsoft.com/office/drawing/2014/main" val="2417918394"/>
                        </a:ext>
                      </a:extLst>
                    </a:gridCol>
                    <a:gridCol w="1046243">
                      <a:extLst>
                        <a:ext uri="{9D8B030D-6E8A-4147-A177-3AD203B41FA5}">
                          <a16:colId xmlns:a16="http://schemas.microsoft.com/office/drawing/2014/main" val="1221173384"/>
                        </a:ext>
                      </a:extLst>
                    </a:gridCol>
                    <a:gridCol w="822960">
                      <a:extLst>
                        <a:ext uri="{9D8B030D-6E8A-4147-A177-3AD203B41FA5}">
                          <a16:colId xmlns:a16="http://schemas.microsoft.com/office/drawing/2014/main" val="1804889164"/>
                        </a:ext>
                      </a:extLst>
                    </a:gridCol>
                    <a:gridCol w="2082800">
                      <a:extLst>
                        <a:ext uri="{9D8B030D-6E8A-4147-A177-3AD203B41FA5}">
                          <a16:colId xmlns:a16="http://schemas.microsoft.com/office/drawing/2014/main" val="1137138093"/>
                        </a:ext>
                      </a:extLst>
                    </a:gridCol>
                    <a:gridCol w="1772944">
                      <a:extLst>
                        <a:ext uri="{9D8B030D-6E8A-4147-A177-3AD203B41FA5}">
                          <a16:colId xmlns:a16="http://schemas.microsoft.com/office/drawing/2014/main" val="1601197158"/>
                        </a:ext>
                      </a:extLst>
                    </a:gridCol>
                  </a:tblGrid>
                  <a:tr h="310572">
                    <a:tc gridSpan="3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oMath>
                          </a14:m>
                          <a:r>
                            <a:rPr lang="en-GB" b="1"/>
                            <a:t> (input)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oMath>
                          </a14:m>
                          <a:r>
                            <a:rPr lang="en-GB" b="1"/>
                            <a:t> (ground truth)</a:t>
                          </a:r>
                        </a:p>
                      </a:txBody>
                      <a:tcP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acc>
                                <m:accPr>
                                  <m:chr m:val="̂"/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</m:acc>
                            </m:oMath>
                          </a14:m>
                          <a:r>
                            <a:rPr lang="en-GB" b="1"/>
                            <a:t> (prediction)</a:t>
                          </a:r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93791780"/>
                      </a:ext>
                    </a:extLst>
                  </a:tr>
                  <a:tr h="50376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0.1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0.4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0.2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Class 1 </a:t>
                          </a:r>
                          <a:r>
                            <a:rPr lang="en-GB" b="1">
                              <a:latin typeface="Andale Mono" panose="020B0509000000000004" pitchFamily="49" charset="0"/>
                            </a:rPr>
                            <a:t>[DOG]</a:t>
                          </a:r>
                        </a:p>
                      </a:txBody>
                      <a:tcP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?</a:t>
                          </a:r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5070925"/>
                      </a:ext>
                    </a:extLst>
                  </a:tr>
                  <a:tr h="50376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0.2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0.6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0.6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Class 2 </a:t>
                          </a:r>
                          <a:r>
                            <a:rPr lang="en-GB" b="1">
                              <a:latin typeface="Andale Mono" panose="020B0509000000000004" pitchFamily="49" charset="0"/>
                            </a:rPr>
                            <a:t>[CAT]</a:t>
                          </a:r>
                        </a:p>
                      </a:txBody>
                      <a:tcP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?</a:t>
                          </a:r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61249452"/>
                      </a:ext>
                    </a:extLst>
                  </a:tr>
                  <a:tr h="31057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...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...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...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...</a:t>
                          </a:r>
                        </a:p>
                      </a:txBody>
                      <a:tcP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932942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726378EA-32D3-788D-A29A-8129C8BB5FB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19369626"/>
                  </p:ext>
                </p:extLst>
              </p:nvPr>
            </p:nvGraphicFramePr>
            <p:xfrm>
              <a:off x="1532353" y="4727769"/>
              <a:ext cx="6578751" cy="1739046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853804">
                      <a:extLst>
                        <a:ext uri="{9D8B030D-6E8A-4147-A177-3AD203B41FA5}">
                          <a16:colId xmlns:a16="http://schemas.microsoft.com/office/drawing/2014/main" val="2417918394"/>
                        </a:ext>
                      </a:extLst>
                    </a:gridCol>
                    <a:gridCol w="1046243">
                      <a:extLst>
                        <a:ext uri="{9D8B030D-6E8A-4147-A177-3AD203B41FA5}">
                          <a16:colId xmlns:a16="http://schemas.microsoft.com/office/drawing/2014/main" val="1221173384"/>
                        </a:ext>
                      </a:extLst>
                    </a:gridCol>
                    <a:gridCol w="822960">
                      <a:extLst>
                        <a:ext uri="{9D8B030D-6E8A-4147-A177-3AD203B41FA5}">
                          <a16:colId xmlns:a16="http://schemas.microsoft.com/office/drawing/2014/main" val="1804889164"/>
                        </a:ext>
                      </a:extLst>
                    </a:gridCol>
                    <a:gridCol w="2082800">
                      <a:extLst>
                        <a:ext uri="{9D8B030D-6E8A-4147-A177-3AD203B41FA5}">
                          <a16:colId xmlns:a16="http://schemas.microsoft.com/office/drawing/2014/main" val="1137138093"/>
                        </a:ext>
                      </a:extLst>
                    </a:gridCol>
                    <a:gridCol w="1772944">
                      <a:extLst>
                        <a:ext uri="{9D8B030D-6E8A-4147-A177-3AD203B41FA5}">
                          <a16:colId xmlns:a16="http://schemas.microsoft.com/office/drawing/2014/main" val="1601197158"/>
                        </a:ext>
                      </a:extLst>
                    </a:gridCol>
                  </a:tblGrid>
                  <a:tr h="365760">
                    <a:tc grid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24" t="-8333" r="-142058" b="-403333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30994" t="-8333" r="-85673" b="-4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71478" t="-8333" r="-687" b="-40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93791780"/>
                      </a:ext>
                    </a:extLst>
                  </a:tr>
                  <a:tr h="50376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0.1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0.4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0.2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Class 1 </a:t>
                          </a:r>
                          <a:r>
                            <a:rPr lang="en-GB" b="1">
                              <a:latin typeface="Andale Mono" panose="020B0509000000000004" pitchFamily="49" charset="0"/>
                            </a:rPr>
                            <a:t>[DOG]</a:t>
                          </a:r>
                        </a:p>
                      </a:txBody>
                      <a:tcP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?</a:t>
                          </a:r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5070925"/>
                      </a:ext>
                    </a:extLst>
                  </a:tr>
                  <a:tr h="50376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0.2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0.6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0.6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Class 2 </a:t>
                          </a:r>
                          <a:r>
                            <a:rPr lang="en-GB" b="1">
                              <a:latin typeface="Andale Mono" panose="020B0509000000000004" pitchFamily="49" charset="0"/>
                            </a:rPr>
                            <a:t>[CAT]</a:t>
                          </a:r>
                        </a:p>
                      </a:txBody>
                      <a:tcP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?</a:t>
                          </a:r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6124945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...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...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...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...</a:t>
                          </a:r>
                        </a:p>
                      </a:txBody>
                      <a:tcP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93294206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8E0ACA45-A6ED-01FE-9270-6D9BB066AD3B}"/>
              </a:ext>
            </a:extLst>
          </p:cNvPr>
          <p:cNvGrpSpPr/>
          <p:nvPr/>
        </p:nvGrpSpPr>
        <p:grpSpPr>
          <a:xfrm>
            <a:off x="3972000" y="1653657"/>
            <a:ext cx="7301712" cy="616685"/>
            <a:chOff x="3972000" y="1653657"/>
            <a:chExt cx="7301712" cy="616685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FF6AD894-AF1C-418D-EA16-8C9AAF96DDB6}"/>
                </a:ext>
              </a:extLst>
            </p:cNvPr>
            <p:cNvSpPr/>
            <p:nvPr/>
          </p:nvSpPr>
          <p:spPr>
            <a:xfrm>
              <a:off x="7434000" y="1653657"/>
              <a:ext cx="3839712" cy="616685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/>
                <a:t>Where does this come from?</a:t>
              </a: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FE0CE5FE-9BD4-8401-9C01-7D46B18DB63B}"/>
                </a:ext>
              </a:extLst>
            </p:cNvPr>
            <p:cNvCxnSpPr/>
            <p:nvPr/>
          </p:nvCxnSpPr>
          <p:spPr>
            <a:xfrm flipH="1" flipV="1">
              <a:off x="3972000" y="1962000"/>
              <a:ext cx="3426000" cy="120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BB14CA76-B9D6-0B7C-88C7-973F897B744E}"/>
              </a:ext>
            </a:extLst>
          </p:cNvPr>
          <p:cNvGrpSpPr/>
          <p:nvPr/>
        </p:nvGrpSpPr>
        <p:grpSpPr>
          <a:xfrm>
            <a:off x="5366501" y="2408556"/>
            <a:ext cx="5907211" cy="616685"/>
            <a:chOff x="5366501" y="2408556"/>
            <a:chExt cx="5907211" cy="616685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6D56041A-F119-511B-990D-E2EF48965711}"/>
                </a:ext>
              </a:extLst>
            </p:cNvPr>
            <p:cNvSpPr/>
            <p:nvPr/>
          </p:nvSpPr>
          <p:spPr>
            <a:xfrm>
              <a:off x="7434000" y="2408556"/>
              <a:ext cx="3839712" cy="616685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GB"/>
                <a:t>How did it get </a:t>
              </a:r>
              <a:r>
                <a:rPr lang="en-GB" err="1"/>
                <a:t>labeled</a:t>
              </a:r>
              <a:r>
                <a:rPr lang="en-GB"/>
                <a:t>?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60481BB7-D198-0E33-662C-5581675D68B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66501" y="2616138"/>
              <a:ext cx="203149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3C3DEA8-CED0-2C06-C5A4-AABE7DFED695}"/>
                  </a:ext>
                </a:extLst>
              </p:cNvPr>
              <p:cNvSpPr txBox="1"/>
              <p:nvPr/>
            </p:nvSpPr>
            <p:spPr>
              <a:xfrm>
                <a:off x="5910611" y="3936499"/>
                <a:ext cx="3911264" cy="2772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b="1"/>
                  <a:t>Cross-entropy Loss</a:t>
                </a:r>
                <a:r>
                  <a:rPr lang="en-US" b="0"/>
                  <a:t>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 = − 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⁡(</m:t>
                        </m:r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b="1" i="1" smtClean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1" smtClean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</m:acc>
                          </m:e>
                          <m:sub>
                            <m:r>
                              <a:rPr lang="en-US" b="1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3C3DEA8-CED0-2C06-C5A4-AABE7DFED6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0611" y="3936499"/>
                <a:ext cx="3911264" cy="277255"/>
              </a:xfrm>
              <a:prstGeom prst="rect">
                <a:avLst/>
              </a:prstGeom>
              <a:blipFill>
                <a:blip r:embed="rId5"/>
                <a:stretch>
                  <a:fillRect l="-3744" t="-180000" r="-1092" b="-26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1DA88BBC-9E7A-6A75-4A42-BD6A5ED9081E}"/>
              </a:ext>
            </a:extLst>
          </p:cNvPr>
          <p:cNvSpPr txBox="1"/>
          <p:nvPr/>
        </p:nvSpPr>
        <p:spPr>
          <a:xfrm>
            <a:off x="1532353" y="1786744"/>
            <a:ext cx="21225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/>
              <a:t>Dataset</a:t>
            </a:r>
            <a:r>
              <a:rPr lang="en-US" sz="2000"/>
              <a:t> Provided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110A296-AB1B-AD30-8B6C-8C69DDF9A6BF}"/>
              </a:ext>
            </a:extLst>
          </p:cNvPr>
          <p:cNvGrpSpPr/>
          <p:nvPr/>
        </p:nvGrpSpPr>
        <p:grpSpPr>
          <a:xfrm>
            <a:off x="1532353" y="2258857"/>
            <a:ext cx="3751348" cy="645332"/>
            <a:chOff x="1117600" y="3316889"/>
            <a:chExt cx="3751348" cy="645332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F21D0DE-B6EF-7554-1529-92818A1D4EDF}"/>
                </a:ext>
              </a:extLst>
            </p:cNvPr>
            <p:cNvSpPr txBox="1"/>
            <p:nvPr/>
          </p:nvSpPr>
          <p:spPr>
            <a:xfrm>
              <a:off x="1117600" y="3429000"/>
              <a:ext cx="375134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err="1"/>
                <a:t>E.g</a:t>
              </a:r>
              <a:r>
                <a:rPr lang="en-US"/>
                <a:t>         </a:t>
              </a:r>
              <a:r>
                <a:rPr lang="en-US" sz="2400"/>
                <a:t>(</a:t>
              </a:r>
              <a:r>
                <a:rPr lang="en-US"/>
                <a:t>		, Class 1 [</a:t>
              </a:r>
              <a:r>
                <a:rPr lang="en-US" b="1">
                  <a:latin typeface="Andale Mono" panose="020B0509000000000004" pitchFamily="49" charset="0"/>
                </a:rPr>
                <a:t>DOG] </a:t>
              </a:r>
              <a:r>
                <a:rPr lang="en-US" sz="2400"/>
                <a:t>)</a:t>
              </a:r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B7F48185-0F66-9C06-632F-6E4B6678DD8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11928" t="12244" r="9536" b="5456"/>
            <a:stretch>
              <a:fillRect/>
            </a:stretch>
          </p:blipFill>
          <p:spPr>
            <a:xfrm>
              <a:off x="2198030" y="3316889"/>
              <a:ext cx="628258" cy="645332"/>
            </a:xfrm>
            <a:prstGeom prst="rect">
              <a:avLst/>
            </a:prstGeom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843970A-0D05-6CB2-A5A9-44AE9EE694B8}"/>
                  </a:ext>
                </a:extLst>
              </p:cNvPr>
              <p:cNvSpPr txBox="1"/>
              <p:nvPr/>
            </p:nvSpPr>
            <p:spPr>
              <a:xfrm>
                <a:off x="1532353" y="3085743"/>
                <a:ext cx="45561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/>
                  <a:t>Learn a </a:t>
                </a:r>
                <a:r>
                  <a:rPr lang="en-GB" b="1"/>
                  <a:t>function</a:t>
                </a:r>
                <a:r>
                  <a:rPr lang="en-GB"/>
                  <a:t> </a:t>
                </a:r>
                <a:r>
                  <a:rPr lang="en-US"/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</m:d>
                  </m:oMath>
                </a14:m>
                <a:r>
                  <a:rPr lang="en-GB" b="1"/>
                  <a:t> </a:t>
                </a:r>
                <a:r>
                  <a:rPr lang="en-GB"/>
                  <a:t>such that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𝒇</m:t>
                        </m:r>
                        <m:d>
                          <m:d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/>
                    </m:sSub>
                  </m:oMath>
                </a14:m>
                <a:endParaRPr lang="en-GB" b="1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843970A-0D05-6CB2-A5A9-44AE9EE694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2353" y="3085743"/>
                <a:ext cx="4556184" cy="369332"/>
              </a:xfrm>
              <a:prstGeom prst="rect">
                <a:avLst/>
              </a:prstGeom>
              <a:blipFill>
                <a:blip r:embed="rId7"/>
                <a:stretch>
                  <a:fillRect l="-1070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34F803C0-77CA-E517-5E64-38FE6962B7CD}"/>
              </a:ext>
            </a:extLst>
          </p:cNvPr>
          <p:cNvGrpSpPr/>
          <p:nvPr/>
        </p:nvGrpSpPr>
        <p:grpSpPr>
          <a:xfrm>
            <a:off x="1322632" y="3613833"/>
            <a:ext cx="3963090" cy="767773"/>
            <a:chOff x="1322632" y="3613833"/>
            <a:chExt cx="3963090" cy="767773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33DB5D1F-2198-C636-26C7-700F81DD2D37}"/>
                </a:ext>
              </a:extLst>
            </p:cNvPr>
            <p:cNvGrpSpPr/>
            <p:nvPr/>
          </p:nvGrpSpPr>
          <p:grpSpPr>
            <a:xfrm>
              <a:off x="2065904" y="3656940"/>
              <a:ext cx="3219818" cy="724666"/>
              <a:chOff x="2407920" y="3524191"/>
              <a:chExt cx="3219818" cy="724666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" name="Rectangle 3">
                    <a:extLst>
                      <a:ext uri="{FF2B5EF4-FFF2-40B4-BE49-F238E27FC236}">
                        <a16:creationId xmlns:a16="http://schemas.microsoft.com/office/drawing/2014/main" id="{D761E149-3FCF-3EFE-7458-813BA839798D}"/>
                      </a:ext>
                    </a:extLst>
                  </p:cNvPr>
                  <p:cNvSpPr/>
                  <p:nvPr/>
                </p:nvSpPr>
                <p:spPr>
                  <a:xfrm>
                    <a:off x="2834513" y="3524191"/>
                    <a:ext cx="1416000" cy="540000"/>
                  </a:xfrm>
                  <a:prstGeom prst="rect">
                    <a:avLst/>
                  </a:prstGeom>
                  <a:solidFill>
                    <a:schemeClr val="accent2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  <m:d>
                            <m:dPr>
                              <m:ctrlP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oMath>
                      </m:oMathPara>
                    </a14:m>
                    <a:endParaRPr lang="en-GB" b="1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4" name="Rectangle 3">
                    <a:extLst>
                      <a:ext uri="{FF2B5EF4-FFF2-40B4-BE49-F238E27FC236}">
                        <a16:creationId xmlns:a16="http://schemas.microsoft.com/office/drawing/2014/main" id="{D761E149-3FCF-3EFE-7458-813BA839798D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34513" y="3524191"/>
                    <a:ext cx="1416000" cy="540000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5" name="Straight Arrow Connector 4">
                <a:extLst>
                  <a:ext uri="{FF2B5EF4-FFF2-40B4-BE49-F238E27FC236}">
                    <a16:creationId xmlns:a16="http://schemas.microsoft.com/office/drawing/2014/main" id="{BBB5A4CE-3D28-B708-DE13-939D10E521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07920" y="3811118"/>
                <a:ext cx="426593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" name="Straight Arrow Connector 5">
                <a:extLst>
                  <a:ext uri="{FF2B5EF4-FFF2-40B4-BE49-F238E27FC236}">
                    <a16:creationId xmlns:a16="http://schemas.microsoft.com/office/drawing/2014/main" id="{4C4BD8B0-32E1-9493-CE6B-8E4E4FD83D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47517" y="3803750"/>
                <a:ext cx="429589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" name="TextBox 2">
                    <a:extLst>
                      <a:ext uri="{FF2B5EF4-FFF2-40B4-BE49-F238E27FC236}">
                        <a16:creationId xmlns:a16="http://schemas.microsoft.com/office/drawing/2014/main" id="{07EFCD2C-9123-0BEE-A3A9-B5606C792316}"/>
                      </a:ext>
                    </a:extLst>
                  </p:cNvPr>
                  <p:cNvSpPr txBox="1"/>
                  <p:nvPr/>
                </p:nvSpPr>
                <p:spPr>
                  <a:xfrm>
                    <a:off x="4875402" y="3879525"/>
                    <a:ext cx="408299" cy="369332"/>
                  </a:xfrm>
                  <a:prstGeom prst="rect">
                    <a:avLst/>
                  </a:prstGeom>
                  <a:noFill/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̂"/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acc>
                        </m:oMath>
                      </m:oMathPara>
                    </a14:m>
                    <a:endParaRPr lang="en-GB" b="1"/>
                  </a:p>
                </p:txBody>
              </p:sp>
            </mc:Choice>
            <mc:Fallback>
              <p:sp>
                <p:nvSpPr>
                  <p:cNvPr id="3" name="TextBox 2">
                    <a:extLst>
                      <a:ext uri="{FF2B5EF4-FFF2-40B4-BE49-F238E27FC236}">
                        <a16:creationId xmlns:a16="http://schemas.microsoft.com/office/drawing/2014/main" id="{07EFCD2C-9123-0BEE-A3A9-B5606C79231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75402" y="3879525"/>
                    <a:ext cx="408299" cy="369332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t="-6557" r="-8955" b="-655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334A154-4F44-D10F-7D24-7D81D210E205}"/>
                  </a:ext>
                </a:extLst>
              </p:cNvPr>
              <p:cNvSpPr txBox="1"/>
              <p:nvPr/>
            </p:nvSpPr>
            <p:spPr>
              <a:xfrm>
                <a:off x="4627743" y="3609525"/>
                <a:ext cx="999995" cy="3693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GB" b="1">
                    <a:latin typeface="Andale Mono" panose="020B0509000000000004" pitchFamily="49" charset="0"/>
                  </a:rPr>
                  <a:t>[DOG]</a:t>
                </a:r>
              </a:p>
            </p:txBody>
          </p:sp>
        </p:grp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8803747-7220-5F62-140C-828E64EE5BF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11928" t="12244" r="9536" b="5456"/>
            <a:stretch>
              <a:fillRect/>
            </a:stretch>
          </p:blipFill>
          <p:spPr>
            <a:xfrm>
              <a:off x="1322632" y="3613833"/>
              <a:ext cx="628258" cy="64533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70450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CAC1D-8CB2-439B-97B2-CBA2E5160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678" y="-34761"/>
            <a:ext cx="10515600" cy="1325563"/>
          </a:xfrm>
        </p:spPr>
        <p:txBody>
          <a:bodyPr/>
          <a:lstStyle/>
          <a:p>
            <a:r>
              <a:rPr lang="en-GB"/>
              <a:t>No Datasets and No Labels??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387141-F530-F2E4-0F0F-5B305475D3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991" y="1162843"/>
            <a:ext cx="10515600" cy="2042990"/>
          </a:xfrm>
        </p:spPr>
        <p:txBody>
          <a:bodyPr/>
          <a:lstStyle/>
          <a:p>
            <a:r>
              <a:rPr lang="en-GB"/>
              <a:t>Need to </a:t>
            </a:r>
            <a:r>
              <a:rPr lang="en-GB" b="1"/>
              <a:t>collect</a:t>
            </a:r>
            <a:r>
              <a:rPr lang="en-GB"/>
              <a:t> your own dataset</a:t>
            </a:r>
          </a:p>
          <a:p>
            <a:pPr lvl="1"/>
            <a:r>
              <a:rPr lang="en-GB"/>
              <a:t>A provision to collect the samples </a:t>
            </a:r>
            <a:r>
              <a:rPr lang="en-GB" b="1"/>
              <a:t>(simulators)</a:t>
            </a:r>
          </a:p>
          <a:p>
            <a:r>
              <a:rPr lang="en-GB" b="1"/>
              <a:t>No labels </a:t>
            </a:r>
            <a:r>
              <a:rPr lang="en-GB" b="1">
                <a:solidFill>
                  <a:srgbClr val="0070C0"/>
                </a:solidFill>
              </a:rPr>
              <a:t>(only feedback)</a:t>
            </a:r>
            <a:r>
              <a:rPr lang="en-GB">
                <a:solidFill>
                  <a:srgbClr val="0070C0"/>
                </a:solidFill>
              </a:rPr>
              <a:t>:</a:t>
            </a:r>
          </a:p>
          <a:p>
            <a:pPr lvl="1"/>
            <a:r>
              <a:rPr lang="en-GB"/>
              <a:t>Only information about </a:t>
            </a:r>
            <a:r>
              <a:rPr lang="en-GB" b="1"/>
              <a:t>how good/bad (correct/wrong) </a:t>
            </a:r>
            <a:r>
              <a:rPr lang="en-GB"/>
              <a:t>your sample is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DAFAF6F-05D0-A1DA-A53A-C8CAFFBC0562}"/>
                  </a:ext>
                </a:extLst>
              </p:cNvPr>
              <p:cNvSpPr txBox="1"/>
              <p:nvPr/>
            </p:nvSpPr>
            <p:spPr>
              <a:xfrm>
                <a:off x="8904774" y="4099085"/>
                <a:ext cx="2952818" cy="94923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b="1">
                    <a:solidFill>
                      <a:srgbClr val="C00000"/>
                    </a:solidFill>
                  </a:rPr>
                  <a:t>Weighted</a:t>
                </a:r>
                <a:r>
                  <a:rPr lang="en-US" b="1"/>
                  <a:t> CE: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 = −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×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⁡(</m:t>
                          </m:r>
                          <m:sSub>
                            <m:sSubPr>
                              <m:ctrlPr>
                                <a:rPr lang="en-US" b="1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b="1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1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1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DAFAF6F-05D0-A1DA-A53A-C8CAFFBC05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4774" y="4099085"/>
                <a:ext cx="2952818" cy="949234"/>
              </a:xfrm>
              <a:prstGeom prst="rect">
                <a:avLst/>
              </a:prstGeom>
              <a:blipFill>
                <a:blip r:embed="rId3"/>
                <a:stretch>
                  <a:fillRect l="-4959" t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E57106B2-31B1-D297-DCFC-2947E34B2C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85874830"/>
                  </p:ext>
                </p:extLst>
              </p:nvPr>
            </p:nvGraphicFramePr>
            <p:xfrm>
              <a:off x="586991" y="3005329"/>
              <a:ext cx="8049009" cy="2242912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766391">
                      <a:extLst>
                        <a:ext uri="{9D8B030D-6E8A-4147-A177-3AD203B41FA5}">
                          <a16:colId xmlns:a16="http://schemas.microsoft.com/office/drawing/2014/main" val="2417918394"/>
                        </a:ext>
                      </a:extLst>
                    </a:gridCol>
                    <a:gridCol w="939128">
                      <a:extLst>
                        <a:ext uri="{9D8B030D-6E8A-4147-A177-3AD203B41FA5}">
                          <a16:colId xmlns:a16="http://schemas.microsoft.com/office/drawing/2014/main" val="1221173384"/>
                        </a:ext>
                      </a:extLst>
                    </a:gridCol>
                    <a:gridCol w="738705">
                      <a:extLst>
                        <a:ext uri="{9D8B030D-6E8A-4147-A177-3AD203B41FA5}">
                          <a16:colId xmlns:a16="http://schemas.microsoft.com/office/drawing/2014/main" val="1804889164"/>
                        </a:ext>
                      </a:extLst>
                    </a:gridCol>
                    <a:gridCol w="2235717">
                      <a:extLst>
                        <a:ext uri="{9D8B030D-6E8A-4147-A177-3AD203B41FA5}">
                          <a16:colId xmlns:a16="http://schemas.microsoft.com/office/drawing/2014/main" val="1137138093"/>
                        </a:ext>
                      </a:extLst>
                    </a:gridCol>
                    <a:gridCol w="1740463">
                      <a:extLst>
                        <a:ext uri="{9D8B030D-6E8A-4147-A177-3AD203B41FA5}">
                          <a16:colId xmlns:a16="http://schemas.microsoft.com/office/drawing/2014/main" val="1601197158"/>
                        </a:ext>
                      </a:extLst>
                    </a:gridCol>
                    <a:gridCol w="1628605">
                      <a:extLst>
                        <a:ext uri="{9D8B030D-6E8A-4147-A177-3AD203B41FA5}">
                          <a16:colId xmlns:a16="http://schemas.microsoft.com/office/drawing/2014/main" val="1018961052"/>
                        </a:ext>
                      </a:extLst>
                    </a:gridCol>
                  </a:tblGrid>
                  <a:tr h="365777">
                    <a:tc gridSpan="3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oMath>
                          </a14:m>
                          <a:r>
                            <a:rPr lang="en-GB" b="1"/>
                            <a:t> (input)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oMath>
                          </a14:m>
                          <a:r>
                            <a:rPr lang="en-GB" b="1"/>
                            <a:t> (ground truth)</a:t>
                          </a:r>
                        </a:p>
                      </a:txBody>
                      <a:tcP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acc>
                                <m:accPr>
                                  <m:chr m:val="̂"/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</m:acc>
                            </m:oMath>
                          </a14:m>
                          <a:r>
                            <a:rPr lang="en-GB" b="1"/>
                            <a:t> (prediction)</a:t>
                          </a:r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b="1"/>
                            <a:t>Feedback (</a:t>
                          </a:r>
                          <a14:m>
                            <m:oMath xmlns:m="http://schemas.openxmlformats.org/officeDocument/2006/math"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oMath>
                          </a14:m>
                          <a:r>
                            <a:rPr lang="en-GB" b="1"/>
                            <a:t>)</a:t>
                          </a: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93791780"/>
                      </a:ext>
                    </a:extLst>
                  </a:tr>
                  <a:tr h="5037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0.1</a:t>
                          </a:r>
                        </a:p>
                      </a:txBody>
                      <a:tcPr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0.4</a:t>
                          </a:r>
                        </a:p>
                      </a:txBody>
                      <a:tcPr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0.2</a:t>
                          </a:r>
                        </a:p>
                      </a:txBody>
                      <a:tcPr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Class 1 </a:t>
                          </a:r>
                          <a:r>
                            <a:rPr lang="en-GB" b="1">
                              <a:latin typeface="Andale Mono" panose="020B0509000000000004" pitchFamily="49" charset="0"/>
                            </a:rPr>
                            <a:t>[DOG]</a:t>
                          </a:r>
                        </a:p>
                      </a:txBody>
                      <a:tcP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Class 1 </a:t>
                          </a:r>
                          <a:r>
                            <a:rPr lang="en-GB" b="1">
                              <a:latin typeface="Andale Mono" panose="020B0509000000000004" pitchFamily="49" charset="0"/>
                            </a:rPr>
                            <a:t>[DOG]</a:t>
                          </a:r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b="1"/>
                            <a:t>100</a:t>
                          </a: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5070925"/>
                      </a:ext>
                    </a:extLst>
                  </a:tr>
                  <a:tr h="5037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0.1</a:t>
                          </a:r>
                        </a:p>
                      </a:txBody>
                      <a:tcPr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0.4</a:t>
                          </a:r>
                        </a:p>
                      </a:txBody>
                      <a:tcPr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0.2</a:t>
                          </a:r>
                        </a:p>
                      </a:txBody>
                      <a:tcPr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Class 1 </a:t>
                          </a:r>
                          <a:r>
                            <a:rPr lang="en-GB" b="1">
                              <a:latin typeface="Andale Mono" panose="020B0509000000000004" pitchFamily="49" charset="0"/>
                            </a:rPr>
                            <a:t>[DOG]</a:t>
                          </a:r>
                        </a:p>
                      </a:txBody>
                      <a:tcP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Class 2 </a:t>
                          </a:r>
                          <a:r>
                            <a:rPr lang="en-GB" b="1">
                              <a:latin typeface="Andale Mono" panose="020B0509000000000004" pitchFamily="49" charset="0"/>
                            </a:rPr>
                            <a:t>[CAT]</a:t>
                          </a:r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b="1">
                              <a:solidFill>
                                <a:srgbClr val="C00000"/>
                              </a:solidFill>
                            </a:rPr>
                            <a:t>- 1</a:t>
                          </a: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54377050"/>
                      </a:ext>
                    </a:extLst>
                  </a:tr>
                  <a:tr h="5037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..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b="1">
                              <a:latin typeface="Andale Mono" panose="020B0509000000000004" pitchFamily="49" charset="0"/>
                            </a:rPr>
                            <a:t>…</a:t>
                          </a:r>
                        </a:p>
                      </a:txBody>
                      <a:tcP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61249452"/>
                      </a:ext>
                    </a:extLst>
                  </a:tr>
                  <a:tr h="36577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...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...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...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...</a:t>
                          </a:r>
                        </a:p>
                      </a:txBody>
                      <a:tcP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932942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E57106B2-31B1-D297-DCFC-2947E34B2C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85874830"/>
                  </p:ext>
                </p:extLst>
              </p:nvPr>
            </p:nvGraphicFramePr>
            <p:xfrm>
              <a:off x="586991" y="3005329"/>
              <a:ext cx="8049009" cy="2242912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766391">
                      <a:extLst>
                        <a:ext uri="{9D8B030D-6E8A-4147-A177-3AD203B41FA5}">
                          <a16:colId xmlns:a16="http://schemas.microsoft.com/office/drawing/2014/main" val="2417918394"/>
                        </a:ext>
                      </a:extLst>
                    </a:gridCol>
                    <a:gridCol w="939128">
                      <a:extLst>
                        <a:ext uri="{9D8B030D-6E8A-4147-A177-3AD203B41FA5}">
                          <a16:colId xmlns:a16="http://schemas.microsoft.com/office/drawing/2014/main" val="1221173384"/>
                        </a:ext>
                      </a:extLst>
                    </a:gridCol>
                    <a:gridCol w="738705">
                      <a:extLst>
                        <a:ext uri="{9D8B030D-6E8A-4147-A177-3AD203B41FA5}">
                          <a16:colId xmlns:a16="http://schemas.microsoft.com/office/drawing/2014/main" val="1804889164"/>
                        </a:ext>
                      </a:extLst>
                    </a:gridCol>
                    <a:gridCol w="2235717">
                      <a:extLst>
                        <a:ext uri="{9D8B030D-6E8A-4147-A177-3AD203B41FA5}">
                          <a16:colId xmlns:a16="http://schemas.microsoft.com/office/drawing/2014/main" val="1137138093"/>
                        </a:ext>
                      </a:extLst>
                    </a:gridCol>
                    <a:gridCol w="1740463">
                      <a:extLst>
                        <a:ext uri="{9D8B030D-6E8A-4147-A177-3AD203B41FA5}">
                          <a16:colId xmlns:a16="http://schemas.microsoft.com/office/drawing/2014/main" val="1601197158"/>
                        </a:ext>
                      </a:extLst>
                    </a:gridCol>
                    <a:gridCol w="1628605">
                      <a:extLst>
                        <a:ext uri="{9D8B030D-6E8A-4147-A177-3AD203B41FA5}">
                          <a16:colId xmlns:a16="http://schemas.microsoft.com/office/drawing/2014/main" val="1018961052"/>
                        </a:ext>
                      </a:extLst>
                    </a:gridCol>
                  </a:tblGrid>
                  <a:tr h="365777">
                    <a:tc grid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49" t="-8333" r="-229925" b="-540000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9537" t="-8333" r="-151226" b="-54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68881" t="-8333" r="-94056" b="-54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95131" t="-8333" r="-749" b="-54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93791780"/>
                      </a:ext>
                    </a:extLst>
                  </a:tr>
                  <a:tr h="5037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0.1</a:t>
                          </a:r>
                        </a:p>
                      </a:txBody>
                      <a:tcPr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0.4</a:t>
                          </a:r>
                        </a:p>
                      </a:txBody>
                      <a:tcPr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0.2</a:t>
                          </a:r>
                        </a:p>
                      </a:txBody>
                      <a:tcPr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Class 1 </a:t>
                          </a:r>
                          <a:r>
                            <a:rPr lang="en-GB" b="1">
                              <a:latin typeface="Andale Mono" panose="020B0509000000000004" pitchFamily="49" charset="0"/>
                            </a:rPr>
                            <a:t>[DOG]</a:t>
                          </a:r>
                        </a:p>
                      </a:txBody>
                      <a:tcP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Class 1 </a:t>
                          </a:r>
                          <a:r>
                            <a:rPr lang="en-GB" b="1">
                              <a:latin typeface="Andale Mono" panose="020B0509000000000004" pitchFamily="49" charset="0"/>
                            </a:rPr>
                            <a:t>[DOG]</a:t>
                          </a:r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b="1"/>
                            <a:t>100</a:t>
                          </a: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5070925"/>
                      </a:ext>
                    </a:extLst>
                  </a:tr>
                  <a:tr h="5037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0.1</a:t>
                          </a:r>
                        </a:p>
                      </a:txBody>
                      <a:tcPr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0.4</a:t>
                          </a:r>
                        </a:p>
                      </a:txBody>
                      <a:tcPr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0.2</a:t>
                          </a:r>
                        </a:p>
                      </a:txBody>
                      <a:tcPr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Class 1 </a:t>
                          </a:r>
                          <a:r>
                            <a:rPr lang="en-GB" b="1">
                              <a:latin typeface="Andale Mono" panose="020B0509000000000004" pitchFamily="49" charset="0"/>
                            </a:rPr>
                            <a:t>[DOG]</a:t>
                          </a:r>
                        </a:p>
                      </a:txBody>
                      <a:tcP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Class 2 </a:t>
                          </a:r>
                          <a:r>
                            <a:rPr lang="en-GB" b="1">
                              <a:latin typeface="Andale Mono" panose="020B0509000000000004" pitchFamily="49" charset="0"/>
                            </a:rPr>
                            <a:t>[CAT]</a:t>
                          </a:r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b="1">
                              <a:solidFill>
                                <a:srgbClr val="C00000"/>
                              </a:solidFill>
                            </a:rPr>
                            <a:t>- 1</a:t>
                          </a: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54377050"/>
                      </a:ext>
                    </a:extLst>
                  </a:tr>
                  <a:tr h="5037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..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b="1">
                              <a:latin typeface="Andale Mono" panose="020B0509000000000004" pitchFamily="49" charset="0"/>
                            </a:rPr>
                            <a:t>…</a:t>
                          </a:r>
                        </a:p>
                      </a:txBody>
                      <a:tcP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61249452"/>
                      </a:ext>
                    </a:extLst>
                  </a:tr>
                  <a:tr h="36577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...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...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...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...</a:t>
                          </a:r>
                        </a:p>
                      </a:txBody>
                      <a:tcP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93294206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709BBFD8-DDB8-8B17-6C5E-2ABC6541CC08}"/>
              </a:ext>
            </a:extLst>
          </p:cNvPr>
          <p:cNvGrpSpPr/>
          <p:nvPr/>
        </p:nvGrpSpPr>
        <p:grpSpPr>
          <a:xfrm>
            <a:off x="3132084" y="2853229"/>
            <a:ext cx="1815049" cy="2747617"/>
            <a:chOff x="3211628" y="3222755"/>
            <a:chExt cx="1815049" cy="2747617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F177D81F-1D25-CD82-164D-74C1191BF980}"/>
                </a:ext>
              </a:extLst>
            </p:cNvPr>
            <p:cNvGrpSpPr/>
            <p:nvPr/>
          </p:nvGrpSpPr>
          <p:grpSpPr>
            <a:xfrm>
              <a:off x="3521277" y="3222755"/>
              <a:ext cx="1195754" cy="2361364"/>
              <a:chOff x="9043516" y="718765"/>
              <a:chExt cx="1195754" cy="2361364"/>
            </a:xfrm>
          </p:grpSpPr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40FFA8EC-FBB6-991C-CF09-D52EF162015D}"/>
                  </a:ext>
                </a:extLst>
              </p:cNvPr>
              <p:cNvCxnSpPr/>
              <p:nvPr/>
            </p:nvCxnSpPr>
            <p:spPr>
              <a:xfrm>
                <a:off x="9043517" y="718766"/>
                <a:ext cx="1195753" cy="2361363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F27FCE88-7E0C-91D0-E9BB-A98657BF6F3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043516" y="718765"/>
                <a:ext cx="1195753" cy="2361363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C5A3A43-71CD-5FE7-3EE2-6661A88FBFAD}"/>
                </a:ext>
              </a:extLst>
            </p:cNvPr>
            <p:cNvSpPr txBox="1"/>
            <p:nvPr/>
          </p:nvSpPr>
          <p:spPr>
            <a:xfrm>
              <a:off x="3211628" y="5601040"/>
              <a:ext cx="18150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>
                  <a:solidFill>
                    <a:srgbClr val="C00000"/>
                  </a:solidFill>
                </a:rPr>
                <a:t>NOT AVAILABLE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4B50AF5-808A-38F9-7471-1A4C00BCFB49}"/>
                  </a:ext>
                </a:extLst>
              </p:cNvPr>
              <p:cNvSpPr txBox="1"/>
              <p:nvPr/>
            </p:nvSpPr>
            <p:spPr>
              <a:xfrm>
                <a:off x="8904774" y="3005329"/>
                <a:ext cx="2626360" cy="94923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b="1"/>
                  <a:t>Cross-entropy (CE) Loss</a:t>
                </a:r>
                <a:r>
                  <a:rPr lang="en-US" b="0"/>
                  <a:t>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 = −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⁡(</m:t>
                          </m:r>
                          <m:sSub>
                            <m:sSubPr>
                              <m:ctrlPr>
                                <a:rPr lang="en-US" b="1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b="1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1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1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4B50AF5-808A-38F9-7471-1A4C00BCFB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4774" y="3005329"/>
                <a:ext cx="2626360" cy="949234"/>
              </a:xfrm>
              <a:prstGeom prst="rect">
                <a:avLst/>
              </a:prstGeom>
              <a:blipFill>
                <a:blip r:embed="rId5"/>
                <a:stretch>
                  <a:fillRect l="-5568" t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CB701B0F-A214-D3F5-65AC-33516D005818}"/>
              </a:ext>
            </a:extLst>
          </p:cNvPr>
          <p:cNvGrpSpPr/>
          <p:nvPr/>
        </p:nvGrpSpPr>
        <p:grpSpPr>
          <a:xfrm>
            <a:off x="3024614" y="4758996"/>
            <a:ext cx="6764688" cy="1822883"/>
            <a:chOff x="3019392" y="4846320"/>
            <a:chExt cx="6764688" cy="1822883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83FD53F4-8F1B-4F2F-895E-10257325624D}"/>
                    </a:ext>
                  </a:extLst>
                </p:cNvPr>
                <p:cNvSpPr txBox="1"/>
                <p:nvPr/>
              </p:nvSpPr>
              <p:spPr>
                <a:xfrm>
                  <a:off x="3019392" y="5884373"/>
                  <a:ext cx="6335132" cy="784830"/>
                </a:xfrm>
                <a:prstGeom prst="rect">
                  <a:avLst/>
                </a:prstGeom>
                <a:noFill/>
                <a:ln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pPr marL="285750" indent="-285750">
                    <a:lnSpc>
                      <a:spcPct val="150000"/>
                    </a:lnSpc>
                    <a:buFont typeface="Wingdings" pitchFamily="2" charset="2"/>
                    <a:buChar char="Ø"/>
                  </a:pPr>
                  <a:r>
                    <a:rPr lang="en-US"/>
                    <a:t>This is the core concept behind an RL method, </a:t>
                  </a:r>
                  <a:r>
                    <a:rPr lang="en-US" b="1">
                      <a:solidFill>
                        <a:srgbClr val="C00000"/>
                      </a:solidFill>
                    </a:rPr>
                    <a:t>REINFORCE</a:t>
                  </a:r>
                </a:p>
                <a:p>
                  <a:pPr marL="285750" indent="-285750">
                    <a:buFont typeface="Wingdings" pitchFamily="2" charset="2"/>
                    <a:buChar char="Ø"/>
                  </a:pPr>
                  <a:r>
                    <a:rPr lang="en-US"/>
                    <a:t>For Supervised Learning:</a:t>
                  </a:r>
                  <a:r>
                    <a:rPr lang="en-US" b="1"/>
                    <a:t> </a:t>
                  </a:r>
                  <a14:m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US"/>
                    <a:t>= 1 for all samples</a:t>
                  </a:r>
                </a:p>
              </p:txBody>
            </p:sp>
          </mc:Choice>
          <mc:Fallback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83FD53F4-8F1B-4F2F-895E-1025732562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19392" y="5884373"/>
                  <a:ext cx="6335132" cy="784830"/>
                </a:xfrm>
                <a:prstGeom prst="rect">
                  <a:avLst/>
                </a:prstGeom>
                <a:blipFill>
                  <a:blip r:embed="rId6"/>
                  <a:stretch>
                    <a:fillRect l="-480" b="-10687"/>
                  </a:stretch>
                </a:blipFill>
                <a:ln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C01414D4-D22D-A928-09F0-E1DE44152C4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01875" y="4846320"/>
              <a:ext cx="1982205" cy="1021557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D6119658-2BD4-D925-2A1D-F3C00EDCA1B4}"/>
              </a:ext>
            </a:extLst>
          </p:cNvPr>
          <p:cNvSpPr txBox="1"/>
          <p:nvPr/>
        </p:nvSpPr>
        <p:spPr>
          <a:xfrm rot="19802606">
            <a:off x="1095271" y="3743197"/>
            <a:ext cx="1483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C00000"/>
                </a:solidFill>
              </a:rPr>
              <a:t>SAME INPUT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75588B-EB2A-3264-D8F6-0A5020E8B97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1928" t="12244" r="9536" b="5456"/>
          <a:stretch>
            <a:fillRect/>
          </a:stretch>
        </p:blipFill>
        <p:spPr>
          <a:xfrm>
            <a:off x="140678" y="3509682"/>
            <a:ext cx="679323" cy="69778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753354D-24DA-9B65-0EBF-AA25B1FACB9E}"/>
              </a:ext>
            </a:extLst>
          </p:cNvPr>
          <p:cNvSpPr txBox="1"/>
          <p:nvPr/>
        </p:nvSpPr>
        <p:spPr>
          <a:xfrm>
            <a:off x="-116958" y="357254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440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0" grpId="0"/>
      <p:bldP spid="1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63C1A-3745-41DA-8E59-2A96C4E89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C4F51-6A5F-4AA5-BAB2-FE2F545B8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996" y="-88305"/>
            <a:ext cx="11530286" cy="1170448"/>
          </a:xfrm>
        </p:spPr>
        <p:txBody>
          <a:bodyPr>
            <a:normAutofit fontScale="90000"/>
          </a:bodyPr>
          <a:lstStyle/>
          <a:p>
            <a:r>
              <a:rPr lang="en-US"/>
              <a:t>Where does this kind of problem arise? </a:t>
            </a:r>
            <a:r>
              <a:rPr lang="en-US" b="1">
                <a:solidFill>
                  <a:srgbClr val="C00000"/>
                </a:solidFill>
              </a:rPr>
              <a:t>[ROBOTICS]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2F229C-1CE3-8B38-F093-D5E6C5DA37BA}"/>
              </a:ext>
            </a:extLst>
          </p:cNvPr>
          <p:cNvSpPr txBox="1"/>
          <p:nvPr/>
        </p:nvSpPr>
        <p:spPr>
          <a:xfrm>
            <a:off x="2813913" y="900881"/>
            <a:ext cx="6167650" cy="369332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b="1"/>
              <a:t>Current Pose </a:t>
            </a:r>
            <a:r>
              <a:rPr lang="en-US" b="1">
                <a:sym typeface="Wingdings" pitchFamily="2" charset="2"/>
              </a:rPr>
              <a:t> </a:t>
            </a:r>
            <a:r>
              <a:rPr lang="en-US" b="1">
                <a:solidFill>
                  <a:srgbClr val="C00000"/>
                </a:solidFill>
                <a:sym typeface="Wingdings" pitchFamily="2" charset="2"/>
              </a:rPr>
              <a:t>Direction to Move (Decision)</a:t>
            </a:r>
            <a:r>
              <a:rPr lang="en-US" b="1">
                <a:sym typeface="Wingdings" pitchFamily="2" charset="2"/>
              </a:rPr>
              <a:t>  New Pose</a:t>
            </a:r>
            <a:endParaRPr lang="en-US" b="1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CC4385C-692E-71A4-7258-5E7A098AFB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5722003"/>
              </p:ext>
            </p:extLst>
          </p:nvPr>
        </p:nvGraphicFramePr>
        <p:xfrm>
          <a:off x="8256984" y="1553766"/>
          <a:ext cx="2426452" cy="2130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613">
                  <a:extLst>
                    <a:ext uri="{9D8B030D-6E8A-4147-A177-3AD203B41FA5}">
                      <a16:colId xmlns:a16="http://schemas.microsoft.com/office/drawing/2014/main" val="2218195098"/>
                    </a:ext>
                  </a:extLst>
                </a:gridCol>
                <a:gridCol w="606613">
                  <a:extLst>
                    <a:ext uri="{9D8B030D-6E8A-4147-A177-3AD203B41FA5}">
                      <a16:colId xmlns:a16="http://schemas.microsoft.com/office/drawing/2014/main" val="3735584909"/>
                    </a:ext>
                  </a:extLst>
                </a:gridCol>
                <a:gridCol w="606613">
                  <a:extLst>
                    <a:ext uri="{9D8B030D-6E8A-4147-A177-3AD203B41FA5}">
                      <a16:colId xmlns:a16="http://schemas.microsoft.com/office/drawing/2014/main" val="3949663331"/>
                    </a:ext>
                  </a:extLst>
                </a:gridCol>
                <a:gridCol w="606613">
                  <a:extLst>
                    <a:ext uri="{9D8B030D-6E8A-4147-A177-3AD203B41FA5}">
                      <a16:colId xmlns:a16="http://schemas.microsoft.com/office/drawing/2014/main" val="3093098045"/>
                    </a:ext>
                  </a:extLst>
                </a:gridCol>
              </a:tblGrid>
              <a:tr h="532715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9677669"/>
                  </a:ext>
                </a:extLst>
              </a:tr>
              <a:tr h="532715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0763705"/>
                  </a:ext>
                </a:extLst>
              </a:tr>
              <a:tr h="532715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5922750"/>
                  </a:ext>
                </a:extLst>
              </a:tr>
              <a:tr h="532715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2761181"/>
                  </a:ext>
                </a:extLst>
              </a:tr>
            </a:tbl>
          </a:graphicData>
        </a:graphic>
      </p:graphicFrame>
      <p:grpSp>
        <p:nvGrpSpPr>
          <p:cNvPr id="54" name="Group 53">
            <a:extLst>
              <a:ext uri="{FF2B5EF4-FFF2-40B4-BE49-F238E27FC236}">
                <a16:creationId xmlns:a16="http://schemas.microsoft.com/office/drawing/2014/main" id="{0F1EE230-A81F-85F2-61C9-BEE13FBCFA60}"/>
              </a:ext>
            </a:extLst>
          </p:cNvPr>
          <p:cNvGrpSpPr/>
          <p:nvPr/>
        </p:nvGrpSpPr>
        <p:grpSpPr>
          <a:xfrm>
            <a:off x="8632462" y="2350152"/>
            <a:ext cx="1021279" cy="1044639"/>
            <a:chOff x="7429931" y="3469341"/>
            <a:chExt cx="1795185" cy="1889981"/>
          </a:xfrm>
        </p:grpSpPr>
        <p:pic>
          <p:nvPicPr>
            <p:cNvPr id="5" name="Graphic 4" descr="Robot with solid fill">
              <a:extLst>
                <a:ext uri="{FF2B5EF4-FFF2-40B4-BE49-F238E27FC236}">
                  <a16:creationId xmlns:a16="http://schemas.microsoft.com/office/drawing/2014/main" id="{902DC24D-E983-2548-718F-D8D28F9E6B2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887132" y="3939988"/>
              <a:ext cx="851647" cy="851647"/>
            </a:xfrm>
            <a:prstGeom prst="rect">
              <a:avLst/>
            </a:prstGeom>
          </p:spPr>
        </p:pic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F3BDB210-215D-7B1E-9F99-0DA655707FE5}"/>
                </a:ext>
              </a:extLst>
            </p:cNvPr>
            <p:cNvCxnSpPr/>
            <p:nvPr/>
          </p:nvCxnSpPr>
          <p:spPr>
            <a:xfrm flipV="1">
              <a:off x="8312955" y="3469341"/>
              <a:ext cx="0" cy="470647"/>
            </a:xfrm>
            <a:prstGeom prst="straightConnector1">
              <a:avLst/>
            </a:prstGeom>
            <a:ln w="57150">
              <a:solidFill>
                <a:schemeClr val="accent6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C83D07A3-EA44-2A92-B955-6570629D401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29931" y="4392852"/>
              <a:ext cx="551331" cy="0"/>
            </a:xfrm>
            <a:prstGeom prst="straightConnector1">
              <a:avLst/>
            </a:prstGeom>
            <a:ln w="57150">
              <a:solidFill>
                <a:schemeClr val="accent6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443ED7A9-3A2B-C3E4-667A-CECCC54F5FBA}"/>
                </a:ext>
              </a:extLst>
            </p:cNvPr>
            <p:cNvCxnSpPr>
              <a:cxnSpLocks/>
            </p:cNvCxnSpPr>
            <p:nvPr/>
          </p:nvCxnSpPr>
          <p:spPr>
            <a:xfrm>
              <a:off x="8312955" y="4791635"/>
              <a:ext cx="0" cy="567687"/>
            </a:xfrm>
            <a:prstGeom prst="straightConnector1">
              <a:avLst/>
            </a:prstGeom>
            <a:ln w="57150">
              <a:solidFill>
                <a:schemeClr val="accent6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2788956B-8225-EE1A-3478-CC726EFE7E1C}"/>
                </a:ext>
              </a:extLst>
            </p:cNvPr>
            <p:cNvCxnSpPr>
              <a:cxnSpLocks/>
            </p:cNvCxnSpPr>
            <p:nvPr/>
          </p:nvCxnSpPr>
          <p:spPr>
            <a:xfrm>
              <a:off x="8593103" y="4392852"/>
              <a:ext cx="632013" cy="0"/>
            </a:xfrm>
            <a:prstGeom prst="straightConnector1">
              <a:avLst/>
            </a:prstGeom>
            <a:ln w="57150">
              <a:solidFill>
                <a:schemeClr val="accent6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Rounded Rectangle 24">
            <a:extLst>
              <a:ext uri="{FF2B5EF4-FFF2-40B4-BE49-F238E27FC236}">
                <a16:creationId xmlns:a16="http://schemas.microsoft.com/office/drawing/2014/main" id="{3B56C1AD-C242-3144-E1E4-B97574196EC0}"/>
              </a:ext>
            </a:extLst>
          </p:cNvPr>
          <p:cNvSpPr/>
          <p:nvPr/>
        </p:nvSpPr>
        <p:spPr>
          <a:xfrm>
            <a:off x="936181" y="3705949"/>
            <a:ext cx="849589" cy="549909"/>
          </a:xfrm>
          <a:prstGeom prst="roundRect">
            <a:avLst>
              <a:gd name="adj" fmla="val 5144"/>
            </a:avLst>
          </a:prstGeom>
          <a:solidFill>
            <a:schemeClr val="accent6">
              <a:lumMod val="20000"/>
              <a:lumOff val="80000"/>
              <a:alpha val="58499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b="1">
                <a:solidFill>
                  <a:schemeClr val="tx1"/>
                </a:solidFill>
              </a:rPr>
              <a:t>UP</a:t>
            </a:r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13" name="Rounded Rectangle 24">
            <a:extLst>
              <a:ext uri="{FF2B5EF4-FFF2-40B4-BE49-F238E27FC236}">
                <a16:creationId xmlns:a16="http://schemas.microsoft.com/office/drawing/2014/main" id="{1BF1699B-27FE-8276-8086-E0CAEA6E21B4}"/>
              </a:ext>
            </a:extLst>
          </p:cNvPr>
          <p:cNvSpPr/>
          <p:nvPr/>
        </p:nvSpPr>
        <p:spPr>
          <a:xfrm>
            <a:off x="2809933" y="3710336"/>
            <a:ext cx="855072" cy="549909"/>
          </a:xfrm>
          <a:prstGeom prst="roundRect">
            <a:avLst>
              <a:gd name="adj" fmla="val 5144"/>
            </a:avLst>
          </a:prstGeom>
          <a:solidFill>
            <a:schemeClr val="accent6">
              <a:lumMod val="20000"/>
              <a:lumOff val="80000"/>
              <a:alpha val="58499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b="1">
                <a:solidFill>
                  <a:schemeClr val="tx1"/>
                </a:solidFill>
              </a:rPr>
              <a:t>LEFT</a:t>
            </a:r>
            <a:endParaRPr lang="en-US"/>
          </a:p>
        </p:txBody>
      </p:sp>
      <p:sp>
        <p:nvSpPr>
          <p:cNvPr id="21" name="Rounded Rectangle 24">
            <a:extLst>
              <a:ext uri="{FF2B5EF4-FFF2-40B4-BE49-F238E27FC236}">
                <a16:creationId xmlns:a16="http://schemas.microsoft.com/office/drawing/2014/main" id="{14CE9F5D-D014-FF69-8396-933E59B019A4}"/>
              </a:ext>
            </a:extLst>
          </p:cNvPr>
          <p:cNvSpPr/>
          <p:nvPr/>
        </p:nvSpPr>
        <p:spPr>
          <a:xfrm>
            <a:off x="1871413" y="3709239"/>
            <a:ext cx="855072" cy="549909"/>
          </a:xfrm>
          <a:prstGeom prst="roundRect">
            <a:avLst>
              <a:gd name="adj" fmla="val 5144"/>
            </a:avLst>
          </a:prstGeom>
          <a:solidFill>
            <a:schemeClr val="accent6">
              <a:lumMod val="20000"/>
              <a:lumOff val="80000"/>
              <a:alpha val="58499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b="1">
                <a:solidFill>
                  <a:schemeClr val="tx1"/>
                </a:solidFill>
              </a:rPr>
              <a:t>DOWN</a:t>
            </a:r>
          </a:p>
        </p:txBody>
      </p:sp>
      <p:sp>
        <p:nvSpPr>
          <p:cNvPr id="23" name="Rounded Rectangle 24">
            <a:extLst>
              <a:ext uri="{FF2B5EF4-FFF2-40B4-BE49-F238E27FC236}">
                <a16:creationId xmlns:a16="http://schemas.microsoft.com/office/drawing/2014/main" id="{FA88675B-3611-FBA8-6B8D-2B148BAE48DF}"/>
              </a:ext>
            </a:extLst>
          </p:cNvPr>
          <p:cNvSpPr/>
          <p:nvPr/>
        </p:nvSpPr>
        <p:spPr>
          <a:xfrm>
            <a:off x="3746261" y="3714721"/>
            <a:ext cx="855072" cy="549909"/>
          </a:xfrm>
          <a:prstGeom prst="roundRect">
            <a:avLst>
              <a:gd name="adj" fmla="val 5144"/>
            </a:avLst>
          </a:prstGeom>
          <a:solidFill>
            <a:schemeClr val="accent6">
              <a:lumMod val="20000"/>
              <a:lumOff val="80000"/>
              <a:alpha val="58499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b="1">
                <a:solidFill>
                  <a:schemeClr val="tx1"/>
                </a:solidFill>
              </a:rPr>
              <a:t>RIGHT</a:t>
            </a:r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21ED0B7-3431-28F5-A587-EFF2552F1094}"/>
              </a:ext>
            </a:extLst>
          </p:cNvPr>
          <p:cNvSpPr txBox="1"/>
          <p:nvPr/>
        </p:nvSpPr>
        <p:spPr>
          <a:xfrm>
            <a:off x="1689476" y="3192680"/>
            <a:ext cx="2055819" cy="369332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b="1"/>
              <a:t>Possible </a:t>
            </a:r>
            <a:r>
              <a:rPr lang="en-US" b="1">
                <a:solidFill>
                  <a:srgbClr val="FF0000"/>
                </a:solidFill>
              </a:rPr>
              <a:t>Decision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DF138AE-1096-666F-CDA6-65DF30C73FF1}"/>
              </a:ext>
            </a:extLst>
          </p:cNvPr>
          <p:cNvSpPr txBox="1"/>
          <p:nvPr/>
        </p:nvSpPr>
        <p:spPr>
          <a:xfrm>
            <a:off x="1539852" y="1892517"/>
            <a:ext cx="1942648" cy="646331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b="1">
                <a:solidFill>
                  <a:srgbClr val="FF0000"/>
                </a:solidFill>
              </a:rPr>
              <a:t>Current </a:t>
            </a:r>
            <a:r>
              <a:rPr lang="en-US" b="1"/>
              <a:t>Position </a:t>
            </a:r>
            <a:endParaRPr lang="en-US"/>
          </a:p>
          <a:p>
            <a:pPr algn="ctr"/>
            <a:r>
              <a:rPr lang="en-US" b="1"/>
              <a:t>of the Robot</a:t>
            </a:r>
            <a:endParaRPr lang="en-US"/>
          </a:p>
        </p:txBody>
      </p:sp>
      <p:pic>
        <p:nvPicPr>
          <p:cNvPr id="33" name="Graphic 32" descr="Robot with solid fill">
            <a:extLst>
              <a:ext uri="{FF2B5EF4-FFF2-40B4-BE49-F238E27FC236}">
                <a16:creationId xmlns:a16="http://schemas.microsoft.com/office/drawing/2014/main" id="{B5211F5B-F760-9C37-932F-40D0B14F00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52071" y="2030936"/>
            <a:ext cx="452789" cy="363492"/>
          </a:xfrm>
          <a:prstGeom prst="rect">
            <a:avLst/>
          </a:prstGeom>
        </p:spPr>
      </p:pic>
      <p:sp>
        <p:nvSpPr>
          <p:cNvPr id="39" name="Multiplication Sign 38">
            <a:extLst>
              <a:ext uri="{FF2B5EF4-FFF2-40B4-BE49-F238E27FC236}">
                <a16:creationId xmlns:a16="http://schemas.microsoft.com/office/drawing/2014/main" id="{5A096187-BFB4-F72C-F896-093B096C68FC}"/>
              </a:ext>
            </a:extLst>
          </p:cNvPr>
          <p:cNvSpPr/>
          <p:nvPr/>
        </p:nvSpPr>
        <p:spPr>
          <a:xfrm>
            <a:off x="9471422" y="2113358"/>
            <a:ext cx="571499" cy="506015"/>
          </a:xfrm>
          <a:prstGeom prst="mathMultiply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FFC000"/>
              </a:solidFill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B6C50A6E-C4B4-9E87-2BD9-5C21EE4248CA}"/>
              </a:ext>
            </a:extLst>
          </p:cNvPr>
          <p:cNvSpPr/>
          <p:nvPr/>
        </p:nvSpPr>
        <p:spPr>
          <a:xfrm>
            <a:off x="1488282" y="1809750"/>
            <a:ext cx="2524124" cy="809624"/>
          </a:xfrm>
          <a:prstGeom prst="roundRect">
            <a:avLst/>
          </a:prstGeom>
          <a:noFill/>
          <a:ln w="285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53EE26BD-5502-2E6B-A553-526B3D8B835E}"/>
              </a:ext>
            </a:extLst>
          </p:cNvPr>
          <p:cNvCxnSpPr>
            <a:cxnSpLocks/>
          </p:cNvCxnSpPr>
          <p:nvPr/>
        </p:nvCxnSpPr>
        <p:spPr>
          <a:xfrm>
            <a:off x="2752737" y="2684229"/>
            <a:ext cx="0" cy="567687"/>
          </a:xfrm>
          <a:prstGeom prst="straightConnector1">
            <a:avLst/>
          </a:prstGeom>
          <a:ln w="57150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5E17516-1F42-7834-9A2B-E4BDEAD20CE7}"/>
              </a:ext>
            </a:extLst>
          </p:cNvPr>
          <p:cNvCxnSpPr>
            <a:cxnSpLocks/>
          </p:cNvCxnSpPr>
          <p:nvPr/>
        </p:nvCxnSpPr>
        <p:spPr>
          <a:xfrm>
            <a:off x="2782502" y="4416588"/>
            <a:ext cx="0" cy="567687"/>
          </a:xfrm>
          <a:prstGeom prst="straightConnector1">
            <a:avLst/>
          </a:prstGeom>
          <a:ln w="57150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AFDA84EF-2C1C-4A0F-9CC5-DFA07405528B}"/>
              </a:ext>
            </a:extLst>
          </p:cNvPr>
          <p:cNvSpPr txBox="1"/>
          <p:nvPr/>
        </p:nvSpPr>
        <p:spPr>
          <a:xfrm>
            <a:off x="1706493" y="5140542"/>
            <a:ext cx="1604606" cy="646331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b="1">
                <a:solidFill>
                  <a:srgbClr val="FF0000"/>
                </a:solidFill>
              </a:rPr>
              <a:t>New </a:t>
            </a:r>
            <a:r>
              <a:rPr lang="en-US" b="1">
                <a:solidFill>
                  <a:srgbClr val="000000"/>
                </a:solidFill>
              </a:rPr>
              <a:t>Position</a:t>
            </a:r>
            <a:r>
              <a:rPr lang="en-US" b="1"/>
              <a:t> </a:t>
            </a:r>
            <a:endParaRPr lang="en-US"/>
          </a:p>
          <a:p>
            <a:pPr algn="ctr"/>
            <a:r>
              <a:rPr lang="en-US" b="1"/>
              <a:t>of the Robot</a:t>
            </a:r>
            <a:endParaRPr lang="en-US"/>
          </a:p>
        </p:txBody>
      </p:sp>
      <p:pic>
        <p:nvPicPr>
          <p:cNvPr id="52" name="Graphic 51" descr="Robot with solid fill">
            <a:extLst>
              <a:ext uri="{FF2B5EF4-FFF2-40B4-BE49-F238E27FC236}">
                <a16:creationId xmlns:a16="http://schemas.microsoft.com/office/drawing/2014/main" id="{6157DAEA-7590-8CF8-6FCB-473C508AC6D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87789" y="5281342"/>
            <a:ext cx="452789" cy="363492"/>
          </a:xfrm>
          <a:prstGeom prst="rect">
            <a:avLst/>
          </a:prstGeom>
        </p:spPr>
      </p:pic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C66EAEB7-8872-5686-D35C-405D02B1BDE9}"/>
              </a:ext>
            </a:extLst>
          </p:cNvPr>
          <p:cNvSpPr/>
          <p:nvPr/>
        </p:nvSpPr>
        <p:spPr>
          <a:xfrm>
            <a:off x="1524000" y="5060155"/>
            <a:ext cx="2524124" cy="809624"/>
          </a:xfrm>
          <a:prstGeom prst="roundRect">
            <a:avLst/>
          </a:prstGeom>
          <a:noFill/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5" name="Multiplication Sign 54">
            <a:extLst>
              <a:ext uri="{FF2B5EF4-FFF2-40B4-BE49-F238E27FC236}">
                <a16:creationId xmlns:a16="http://schemas.microsoft.com/office/drawing/2014/main" id="{60E4078C-6057-3C41-477E-022ECBA747D2}"/>
              </a:ext>
            </a:extLst>
          </p:cNvPr>
          <p:cNvSpPr/>
          <p:nvPr/>
        </p:nvSpPr>
        <p:spPr>
          <a:xfrm>
            <a:off x="9471421" y="2619374"/>
            <a:ext cx="571499" cy="506015"/>
          </a:xfrm>
          <a:prstGeom prst="mathMultiply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FFC000"/>
              </a:solidFill>
            </a:endParaRPr>
          </a:p>
        </p:txBody>
      </p:sp>
      <p:sp>
        <p:nvSpPr>
          <p:cNvPr id="56" name="Multiplication Sign 55">
            <a:extLst>
              <a:ext uri="{FF2B5EF4-FFF2-40B4-BE49-F238E27FC236}">
                <a16:creationId xmlns:a16="http://schemas.microsoft.com/office/drawing/2014/main" id="{16B14AF6-AD64-7B36-0466-920A827DC7DB}"/>
              </a:ext>
            </a:extLst>
          </p:cNvPr>
          <p:cNvSpPr/>
          <p:nvPr/>
        </p:nvSpPr>
        <p:spPr>
          <a:xfrm>
            <a:off x="9471421" y="3125388"/>
            <a:ext cx="571499" cy="506015"/>
          </a:xfrm>
          <a:prstGeom prst="mathMultiply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FFC000"/>
              </a:solidFill>
            </a:endParaRPr>
          </a:p>
        </p:txBody>
      </p:sp>
      <p:graphicFrame>
        <p:nvGraphicFramePr>
          <p:cNvPr id="69" name="Table 68">
            <a:extLst>
              <a:ext uri="{FF2B5EF4-FFF2-40B4-BE49-F238E27FC236}">
                <a16:creationId xmlns:a16="http://schemas.microsoft.com/office/drawing/2014/main" id="{1293D8DF-D85F-4568-8B70-A153B1A4E6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8437986"/>
              </p:ext>
            </p:extLst>
          </p:nvPr>
        </p:nvGraphicFramePr>
        <p:xfrm>
          <a:off x="8266509" y="3956447"/>
          <a:ext cx="2426452" cy="2130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613">
                  <a:extLst>
                    <a:ext uri="{9D8B030D-6E8A-4147-A177-3AD203B41FA5}">
                      <a16:colId xmlns:a16="http://schemas.microsoft.com/office/drawing/2014/main" val="2218195098"/>
                    </a:ext>
                  </a:extLst>
                </a:gridCol>
                <a:gridCol w="606613">
                  <a:extLst>
                    <a:ext uri="{9D8B030D-6E8A-4147-A177-3AD203B41FA5}">
                      <a16:colId xmlns:a16="http://schemas.microsoft.com/office/drawing/2014/main" val="3735584909"/>
                    </a:ext>
                  </a:extLst>
                </a:gridCol>
                <a:gridCol w="606613">
                  <a:extLst>
                    <a:ext uri="{9D8B030D-6E8A-4147-A177-3AD203B41FA5}">
                      <a16:colId xmlns:a16="http://schemas.microsoft.com/office/drawing/2014/main" val="3949663331"/>
                    </a:ext>
                  </a:extLst>
                </a:gridCol>
                <a:gridCol w="606613">
                  <a:extLst>
                    <a:ext uri="{9D8B030D-6E8A-4147-A177-3AD203B41FA5}">
                      <a16:colId xmlns:a16="http://schemas.microsoft.com/office/drawing/2014/main" val="3093098045"/>
                    </a:ext>
                  </a:extLst>
                </a:gridCol>
              </a:tblGrid>
              <a:tr h="532715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9677669"/>
                  </a:ext>
                </a:extLst>
              </a:tr>
              <a:tr h="532715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0763705"/>
                  </a:ext>
                </a:extLst>
              </a:tr>
              <a:tr h="532715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5922750"/>
                  </a:ext>
                </a:extLst>
              </a:tr>
              <a:tr h="532715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2761181"/>
                  </a:ext>
                </a:extLst>
              </a:tr>
            </a:tbl>
          </a:graphicData>
        </a:graphic>
      </p:graphicFrame>
      <p:grpSp>
        <p:nvGrpSpPr>
          <p:cNvPr id="70" name="Group 69">
            <a:extLst>
              <a:ext uri="{FF2B5EF4-FFF2-40B4-BE49-F238E27FC236}">
                <a16:creationId xmlns:a16="http://schemas.microsoft.com/office/drawing/2014/main" id="{C45A28E9-8795-2D4F-5D05-C84C20A39D4F}"/>
              </a:ext>
            </a:extLst>
          </p:cNvPr>
          <p:cNvGrpSpPr/>
          <p:nvPr/>
        </p:nvGrpSpPr>
        <p:grpSpPr>
          <a:xfrm>
            <a:off x="8632462" y="4237289"/>
            <a:ext cx="1021279" cy="1044638"/>
            <a:chOff x="7429931" y="3469341"/>
            <a:chExt cx="1795185" cy="1889981"/>
          </a:xfrm>
        </p:grpSpPr>
        <p:pic>
          <p:nvPicPr>
            <p:cNvPr id="71" name="Graphic 70" descr="Robot with solid fill">
              <a:extLst>
                <a:ext uri="{FF2B5EF4-FFF2-40B4-BE49-F238E27FC236}">
                  <a16:creationId xmlns:a16="http://schemas.microsoft.com/office/drawing/2014/main" id="{57E78FAD-4088-BDA4-F241-5C54CCDA88C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887132" y="3939988"/>
              <a:ext cx="851647" cy="851647"/>
            </a:xfrm>
            <a:prstGeom prst="rect">
              <a:avLst/>
            </a:prstGeom>
          </p:spPr>
        </p:pic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AC8F15D0-231B-F2C6-5B9D-2A3F2A8A9B7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12955" y="3469341"/>
              <a:ext cx="0" cy="470647"/>
            </a:xfrm>
            <a:prstGeom prst="straightConnector1">
              <a:avLst/>
            </a:prstGeom>
            <a:ln w="57150">
              <a:solidFill>
                <a:schemeClr val="tx2">
                  <a:lumMod val="50000"/>
                  <a:lumOff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186D1F27-4AEC-A5D8-B005-60D299F9BA2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29931" y="4392852"/>
              <a:ext cx="551331" cy="0"/>
            </a:xfrm>
            <a:prstGeom prst="straightConnector1">
              <a:avLst/>
            </a:prstGeom>
            <a:ln w="57150">
              <a:solidFill>
                <a:schemeClr val="tx2">
                  <a:lumMod val="50000"/>
                  <a:lumOff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Arrow Connector 73">
              <a:extLst>
                <a:ext uri="{FF2B5EF4-FFF2-40B4-BE49-F238E27FC236}">
                  <a16:creationId xmlns:a16="http://schemas.microsoft.com/office/drawing/2014/main" id="{7D8FDBF9-7279-1315-8341-AC37794E9718}"/>
                </a:ext>
              </a:extLst>
            </p:cNvPr>
            <p:cNvCxnSpPr>
              <a:cxnSpLocks/>
            </p:cNvCxnSpPr>
            <p:nvPr/>
          </p:nvCxnSpPr>
          <p:spPr>
            <a:xfrm>
              <a:off x="8312955" y="4791635"/>
              <a:ext cx="0" cy="567687"/>
            </a:xfrm>
            <a:prstGeom prst="straightConnector1">
              <a:avLst/>
            </a:prstGeom>
            <a:ln w="57150">
              <a:solidFill>
                <a:schemeClr val="tx2">
                  <a:lumMod val="50000"/>
                  <a:lumOff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BB69EF2F-9997-DA12-C6CA-4F4E06929412}"/>
                </a:ext>
              </a:extLst>
            </p:cNvPr>
            <p:cNvCxnSpPr>
              <a:cxnSpLocks/>
            </p:cNvCxnSpPr>
            <p:nvPr/>
          </p:nvCxnSpPr>
          <p:spPr>
            <a:xfrm>
              <a:off x="8593103" y="4392852"/>
              <a:ext cx="632013" cy="0"/>
            </a:xfrm>
            <a:prstGeom prst="straightConnector1">
              <a:avLst/>
            </a:prstGeom>
            <a:ln w="57150">
              <a:solidFill>
                <a:schemeClr val="tx2">
                  <a:lumMod val="50000"/>
                  <a:lumOff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Multiplication Sign 75">
            <a:extLst>
              <a:ext uri="{FF2B5EF4-FFF2-40B4-BE49-F238E27FC236}">
                <a16:creationId xmlns:a16="http://schemas.microsoft.com/office/drawing/2014/main" id="{6ECA29DD-9F13-DDF9-C65E-8CB34CE58958}"/>
              </a:ext>
            </a:extLst>
          </p:cNvPr>
          <p:cNvSpPr/>
          <p:nvPr/>
        </p:nvSpPr>
        <p:spPr>
          <a:xfrm>
            <a:off x="9530952" y="4518419"/>
            <a:ext cx="571499" cy="506015"/>
          </a:xfrm>
          <a:prstGeom prst="mathMultiply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FFC000"/>
              </a:solidFill>
            </a:endParaRPr>
          </a:p>
        </p:txBody>
      </p:sp>
      <p:sp>
        <p:nvSpPr>
          <p:cNvPr id="77" name="Multiplication Sign 76">
            <a:extLst>
              <a:ext uri="{FF2B5EF4-FFF2-40B4-BE49-F238E27FC236}">
                <a16:creationId xmlns:a16="http://schemas.microsoft.com/office/drawing/2014/main" id="{E6399723-7CEE-BA40-6628-77796AB007F1}"/>
              </a:ext>
            </a:extLst>
          </p:cNvPr>
          <p:cNvSpPr/>
          <p:nvPr/>
        </p:nvSpPr>
        <p:spPr>
          <a:xfrm>
            <a:off x="9530951" y="5024435"/>
            <a:ext cx="571499" cy="506015"/>
          </a:xfrm>
          <a:prstGeom prst="mathMultiply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FFC000"/>
              </a:solidFill>
            </a:endParaRPr>
          </a:p>
        </p:txBody>
      </p:sp>
      <p:sp>
        <p:nvSpPr>
          <p:cNvPr id="78" name="Multiplication Sign 77">
            <a:extLst>
              <a:ext uri="{FF2B5EF4-FFF2-40B4-BE49-F238E27FC236}">
                <a16:creationId xmlns:a16="http://schemas.microsoft.com/office/drawing/2014/main" id="{A22BB60F-2F90-48FD-DE38-3DE892ABBAFA}"/>
              </a:ext>
            </a:extLst>
          </p:cNvPr>
          <p:cNvSpPr/>
          <p:nvPr/>
        </p:nvSpPr>
        <p:spPr>
          <a:xfrm>
            <a:off x="9530951" y="5530449"/>
            <a:ext cx="571499" cy="506015"/>
          </a:xfrm>
          <a:prstGeom prst="mathMultiply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FFC000"/>
              </a:solidFill>
            </a:endParaRPr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DCE10266-210A-6089-B80E-81778F6B40D5}"/>
              </a:ext>
            </a:extLst>
          </p:cNvPr>
          <p:cNvCxnSpPr/>
          <p:nvPr/>
        </p:nvCxnSpPr>
        <p:spPr>
          <a:xfrm flipV="1">
            <a:off x="5083968" y="3804047"/>
            <a:ext cx="6149577" cy="23812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Rounded Rectangle 24">
            <a:extLst>
              <a:ext uri="{FF2B5EF4-FFF2-40B4-BE49-F238E27FC236}">
                <a16:creationId xmlns:a16="http://schemas.microsoft.com/office/drawing/2014/main" id="{635F95E9-4F7A-4377-5B64-754C15EF7726}"/>
              </a:ext>
            </a:extLst>
          </p:cNvPr>
          <p:cNvSpPr/>
          <p:nvPr/>
        </p:nvSpPr>
        <p:spPr>
          <a:xfrm>
            <a:off x="6095364" y="2337168"/>
            <a:ext cx="1247978" cy="538003"/>
          </a:xfrm>
          <a:prstGeom prst="roundRect">
            <a:avLst>
              <a:gd name="adj" fmla="val 5144"/>
            </a:avLst>
          </a:prstGeom>
          <a:solidFill>
            <a:schemeClr val="accent6">
              <a:lumMod val="20000"/>
              <a:lumOff val="80000"/>
              <a:alpha val="58499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b="1">
                <a:solidFill>
                  <a:schemeClr val="tx1"/>
                </a:solidFill>
              </a:rPr>
              <a:t>BEFORE</a:t>
            </a:r>
            <a:endParaRPr lang="en-US"/>
          </a:p>
        </p:txBody>
      </p:sp>
      <p:sp>
        <p:nvSpPr>
          <p:cNvPr id="83" name="Rounded Rectangle 24">
            <a:extLst>
              <a:ext uri="{FF2B5EF4-FFF2-40B4-BE49-F238E27FC236}">
                <a16:creationId xmlns:a16="http://schemas.microsoft.com/office/drawing/2014/main" id="{D43ED1E0-32FF-0A3F-B73D-968291C8FB0D}"/>
              </a:ext>
            </a:extLst>
          </p:cNvPr>
          <p:cNvSpPr/>
          <p:nvPr/>
        </p:nvSpPr>
        <p:spPr>
          <a:xfrm>
            <a:off x="6092983" y="4787474"/>
            <a:ext cx="1247978" cy="538003"/>
          </a:xfrm>
          <a:prstGeom prst="roundRect">
            <a:avLst>
              <a:gd name="adj" fmla="val 5144"/>
            </a:avLst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b="1">
                <a:solidFill>
                  <a:schemeClr val="tx1"/>
                </a:solidFill>
              </a:rPr>
              <a:t>AFTER</a:t>
            </a:r>
            <a:endParaRPr lang="en-US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AE18783-51F0-E332-75C2-F0F8DDC6A964}"/>
              </a:ext>
            </a:extLst>
          </p:cNvPr>
          <p:cNvSpPr txBox="1"/>
          <p:nvPr/>
        </p:nvSpPr>
        <p:spPr>
          <a:xfrm>
            <a:off x="2907485" y="4511892"/>
            <a:ext cx="1340432" cy="369332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b="1"/>
              <a:t>Choose </a:t>
            </a:r>
            <a:r>
              <a:rPr lang="en-US" b="1">
                <a:solidFill>
                  <a:schemeClr val="tx2">
                    <a:lumMod val="49000"/>
                    <a:lumOff val="51000"/>
                  </a:schemeClr>
                </a:solidFill>
              </a:rPr>
              <a:t>UP</a:t>
            </a:r>
            <a:endParaRPr lang="en-US">
              <a:solidFill>
                <a:schemeClr val="tx2">
                  <a:lumMod val="49000"/>
                  <a:lumOff val="51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62681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205C0-55BC-9293-5AB1-03457AB17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32530-D10C-670E-A1B9-29EB0BD1F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761" y="0"/>
            <a:ext cx="11368921" cy="1170448"/>
          </a:xfrm>
        </p:spPr>
        <p:txBody>
          <a:bodyPr>
            <a:normAutofit/>
          </a:bodyPr>
          <a:lstStyle/>
          <a:p>
            <a:r>
              <a:rPr lang="en-US"/>
              <a:t>Where does this kind of problem arise? </a:t>
            </a:r>
            <a:r>
              <a:rPr lang="en-US" b="1">
                <a:solidFill>
                  <a:srgbClr val="C00000"/>
                </a:solidFill>
              </a:rPr>
              <a:t>[GAMES]</a:t>
            </a:r>
            <a:endParaRPr lang="en-US"/>
          </a:p>
        </p:txBody>
      </p:sp>
      <p:pic>
        <p:nvPicPr>
          <p:cNvPr id="1030" name="Picture 6" descr="Explained Simply: How an AI program mastered the ancient game of Go | by  Aman Y. Agarwal | We've moved to freeCodeCamp.org/news | Medium">
            <a:extLst>
              <a:ext uri="{FF2B5EF4-FFF2-40B4-BE49-F238E27FC236}">
                <a16:creationId xmlns:a16="http://schemas.microsoft.com/office/drawing/2014/main" id="{6EB1E9B1-BD14-C052-BFA2-704B3C58BA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9666" y="2684156"/>
            <a:ext cx="4397470" cy="2475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AutoShape 8" descr="Generated image: Reinforcement learning in materials discovery">
            <a:extLst>
              <a:ext uri="{FF2B5EF4-FFF2-40B4-BE49-F238E27FC236}">
                <a16:creationId xmlns:a16="http://schemas.microsoft.com/office/drawing/2014/main" id="{D3C8BB5A-9A1B-9B3E-B0CA-B7DF8B3AFCE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1255207" cy="1255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665CD9-598C-C7DD-2DD4-14870C716486}"/>
              </a:ext>
            </a:extLst>
          </p:cNvPr>
          <p:cNvSpPr txBox="1"/>
          <p:nvPr/>
        </p:nvSpPr>
        <p:spPr>
          <a:xfrm>
            <a:off x="1707407" y="1072017"/>
            <a:ext cx="8472384" cy="369332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/>
              <a:t>Current Board Configuration </a:t>
            </a:r>
            <a:r>
              <a:rPr lang="en-US">
                <a:sym typeface="Wingdings" pitchFamily="2" charset="2"/>
              </a:rPr>
              <a:t> </a:t>
            </a:r>
            <a:r>
              <a:rPr lang="en-US" b="1">
                <a:solidFill>
                  <a:srgbClr val="C00000"/>
                </a:solidFill>
                <a:sym typeface="Wingdings" pitchFamily="2" charset="2"/>
              </a:rPr>
              <a:t>Place Stone (Decision) </a:t>
            </a:r>
            <a:r>
              <a:rPr lang="en-US">
                <a:sym typeface="Wingdings" pitchFamily="2" charset="2"/>
              </a:rPr>
              <a:t> New Board Configuration</a:t>
            </a:r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464B991-F22F-D99B-807A-B778127AF1A8}"/>
              </a:ext>
            </a:extLst>
          </p:cNvPr>
          <p:cNvSpPr txBox="1"/>
          <p:nvPr/>
        </p:nvSpPr>
        <p:spPr>
          <a:xfrm>
            <a:off x="6341603" y="5158450"/>
            <a:ext cx="4405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err="1"/>
              <a:t>AlphaGO</a:t>
            </a:r>
            <a:r>
              <a:rPr lang="en-US"/>
              <a:t> won the match against Lee Sedol</a:t>
            </a:r>
          </a:p>
        </p:txBody>
      </p:sp>
      <p:pic>
        <p:nvPicPr>
          <p:cNvPr id="7" name="Picture 6" descr="A screenshot of a game&#10;&#10;AI-generated content may be incorrect.">
            <a:extLst>
              <a:ext uri="{FF2B5EF4-FFF2-40B4-BE49-F238E27FC236}">
                <a16:creationId xmlns:a16="http://schemas.microsoft.com/office/drawing/2014/main" id="{00D2A73F-6ACB-34E9-F34F-B71421ACFEE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0000" t="50130"/>
          <a:stretch>
            <a:fillRect/>
          </a:stretch>
        </p:blipFill>
        <p:spPr>
          <a:xfrm>
            <a:off x="1690688" y="2598539"/>
            <a:ext cx="2643188" cy="263425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A7F51AE-BBA1-B1F0-24E6-78FA511AF6DF}"/>
              </a:ext>
            </a:extLst>
          </p:cNvPr>
          <p:cNvSpPr txBox="1"/>
          <p:nvPr/>
        </p:nvSpPr>
        <p:spPr>
          <a:xfrm>
            <a:off x="1139152" y="1947127"/>
            <a:ext cx="3749809" cy="646331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>
                <a:ea typeface="+mn-lt"/>
                <a:cs typeface="+mn-lt"/>
              </a:rPr>
              <a:t>Given </a:t>
            </a:r>
            <a:r>
              <a:rPr lang="en-US">
                <a:ea typeface="+mn-lt"/>
                <a:cs typeface="+mn-lt"/>
                <a:sym typeface="Wingdings" pitchFamily="2" charset="2"/>
              </a:rPr>
              <a:t>the current board,</a:t>
            </a:r>
            <a:br>
              <a:rPr lang="en-US">
                <a:ea typeface="+mn-lt"/>
                <a:cs typeface="+mn-lt"/>
                <a:sym typeface="Wingdings" pitchFamily="2" charset="2"/>
              </a:rPr>
            </a:br>
            <a:r>
              <a:rPr lang="en-US">
                <a:ea typeface="+mn-lt"/>
                <a:cs typeface="+mn-lt"/>
                <a:sym typeface="Wingdings" pitchFamily="2" charset="2"/>
              </a:rPr>
              <a:t> </a:t>
            </a:r>
            <a:r>
              <a:rPr lang="en-US" b="1">
                <a:ea typeface="+mn-lt"/>
                <a:cs typeface="+mn-lt"/>
                <a:sym typeface="Wingdings" pitchFamily="2" charset="2"/>
              </a:rPr>
              <a:t>which</a:t>
            </a:r>
            <a:r>
              <a:rPr lang="en-US" b="1">
                <a:ea typeface="+mn-lt"/>
                <a:cs typeface="+mn-lt"/>
              </a:rPr>
              <a:t> </a:t>
            </a:r>
            <a:r>
              <a:rPr lang="en-US" b="1">
                <a:solidFill>
                  <a:srgbClr val="FF0000"/>
                </a:solidFill>
                <a:ea typeface="+mn-lt"/>
                <a:cs typeface="+mn-lt"/>
                <a:sym typeface="Wingdings" pitchFamily="2" charset="2"/>
              </a:rPr>
              <a:t>move </a:t>
            </a:r>
            <a:r>
              <a:rPr lang="en-US" b="1">
                <a:ea typeface="+mn-lt"/>
                <a:cs typeface="+mn-lt"/>
                <a:sym typeface="Wingdings" pitchFamily="2" charset="2"/>
              </a:rPr>
              <a:t>should I </a:t>
            </a:r>
            <a:r>
              <a:rPr lang="en-US" b="1">
                <a:solidFill>
                  <a:srgbClr val="FF0000"/>
                </a:solidFill>
                <a:ea typeface="+mn-lt"/>
                <a:cs typeface="+mn-lt"/>
                <a:sym typeface="Wingdings" pitchFamily="2" charset="2"/>
              </a:rPr>
              <a:t>decide </a:t>
            </a:r>
            <a:r>
              <a:rPr lang="en-US" b="1">
                <a:ea typeface="+mn-lt"/>
                <a:cs typeface="+mn-lt"/>
                <a:sym typeface="Wingdings" pitchFamily="2" charset="2"/>
              </a:rPr>
              <a:t>next?</a:t>
            </a:r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5F14B36-84A8-021D-D72D-A984F81BDB30}"/>
              </a:ext>
            </a:extLst>
          </p:cNvPr>
          <p:cNvSpPr txBox="1"/>
          <p:nvPr/>
        </p:nvSpPr>
        <p:spPr>
          <a:xfrm>
            <a:off x="1370602" y="5072517"/>
            <a:ext cx="3286925" cy="646331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>
                <a:ea typeface="+mn-lt"/>
                <a:cs typeface="+mn-lt"/>
              </a:rPr>
              <a:t>Many possible moves, </a:t>
            </a:r>
          </a:p>
          <a:p>
            <a:pPr algn="ctr"/>
            <a:r>
              <a:rPr lang="en-US">
                <a:ea typeface="+mn-lt"/>
                <a:cs typeface="+mn-lt"/>
              </a:rPr>
              <a:t>but only some leads to winning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3361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39972-548E-6DB4-361C-03F71FDF9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0B3E2-7456-E9C5-C848-1BABFC866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19" y="0"/>
            <a:ext cx="11368921" cy="1170448"/>
          </a:xfrm>
        </p:spPr>
        <p:txBody>
          <a:bodyPr>
            <a:normAutofit fontScale="90000"/>
          </a:bodyPr>
          <a:lstStyle/>
          <a:p>
            <a:r>
              <a:rPr lang="en-US"/>
              <a:t>Where does this kind of problem arise? </a:t>
            </a:r>
            <a:r>
              <a:rPr lang="en-US" b="1">
                <a:solidFill>
                  <a:srgbClr val="C00000"/>
                </a:solidFill>
              </a:rPr>
              <a:t>[Material Sc.]</a:t>
            </a:r>
            <a:endParaRPr lang="en-US"/>
          </a:p>
        </p:txBody>
      </p:sp>
      <p:sp>
        <p:nvSpPr>
          <p:cNvPr id="6" name="AutoShape 8" descr="Generated image: Reinforcement learning in materials discovery">
            <a:extLst>
              <a:ext uri="{FF2B5EF4-FFF2-40B4-BE49-F238E27FC236}">
                <a16:creationId xmlns:a16="http://schemas.microsoft.com/office/drawing/2014/main" id="{39B6E1DC-E6A9-BDCE-5CC9-578A28071DC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1255207" cy="1255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15FE98B-2A33-B5DC-5EE9-3F60A52E28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70" t="12450" r="10736"/>
          <a:stretch>
            <a:fillRect/>
          </a:stretch>
        </p:blipFill>
        <p:spPr>
          <a:xfrm>
            <a:off x="3015087" y="1889229"/>
            <a:ext cx="5857555" cy="445261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6D071BB-C092-CB79-9CB5-C1BC9E0705C0}"/>
              </a:ext>
            </a:extLst>
          </p:cNvPr>
          <p:cNvSpPr txBox="1"/>
          <p:nvPr/>
        </p:nvSpPr>
        <p:spPr>
          <a:xfrm>
            <a:off x="1923598" y="1173749"/>
            <a:ext cx="8344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Material Structure</a:t>
            </a:r>
            <a:r>
              <a:rPr lang="en-US">
                <a:sym typeface="Wingdings" pitchFamily="2" charset="2"/>
              </a:rPr>
              <a:t> </a:t>
            </a:r>
            <a:r>
              <a:rPr lang="en-US" b="1">
                <a:solidFill>
                  <a:srgbClr val="C00000"/>
                </a:solidFill>
                <a:sym typeface="Wingdings" pitchFamily="2" charset="2"/>
              </a:rPr>
              <a:t>Add/Remove Molecule (Decision) </a:t>
            </a:r>
            <a:r>
              <a:rPr lang="en-US">
                <a:sym typeface="Wingdings" pitchFamily="2" charset="2"/>
              </a:rPr>
              <a:t> New Material Structure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2478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5FEFF-8168-C86B-6648-C3736DB91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5EF4D-39DB-B3C0-862E-D356FD122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390" y="29573"/>
            <a:ext cx="11624415" cy="1170448"/>
          </a:xfrm>
        </p:spPr>
        <p:txBody>
          <a:bodyPr>
            <a:normAutofit/>
          </a:bodyPr>
          <a:lstStyle/>
          <a:p>
            <a:r>
              <a:rPr lang="en-US"/>
              <a:t>Where does this kind of problem arise? </a:t>
            </a:r>
            <a:r>
              <a:rPr lang="en-US" b="1">
                <a:solidFill>
                  <a:srgbClr val="C00000"/>
                </a:solidFill>
              </a:rPr>
              <a:t>[LLMs]</a:t>
            </a:r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3B2C381-DF23-8474-23F2-6AAE92E3CC65}"/>
              </a:ext>
            </a:extLst>
          </p:cNvPr>
          <p:cNvGrpSpPr/>
          <p:nvPr/>
        </p:nvGrpSpPr>
        <p:grpSpPr>
          <a:xfrm>
            <a:off x="717381" y="1519883"/>
            <a:ext cx="4986491" cy="4448484"/>
            <a:chOff x="916782" y="1726405"/>
            <a:chExt cx="4274343" cy="3786187"/>
          </a:xfrm>
        </p:grpSpPr>
        <p:sp>
          <p:nvSpPr>
            <p:cNvPr id="6" name="AutoShape 8" descr="Generated image: Reinforcement learning in materials discovery">
              <a:extLst>
                <a:ext uri="{FF2B5EF4-FFF2-40B4-BE49-F238E27FC236}">
                  <a16:creationId xmlns:a16="http://schemas.microsoft.com/office/drawing/2014/main" id="{6DBBB94E-1EF9-A4D7-3F84-245CA6FB10F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07568" y="3348036"/>
              <a:ext cx="1255207" cy="12552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lowchart: Connector 6">
              <a:extLst>
                <a:ext uri="{FF2B5EF4-FFF2-40B4-BE49-F238E27FC236}">
                  <a16:creationId xmlns:a16="http://schemas.microsoft.com/office/drawing/2014/main" id="{3F9C4A43-554E-168E-EF15-923B192729FB}"/>
                </a:ext>
              </a:extLst>
            </p:cNvPr>
            <p:cNvSpPr/>
            <p:nvPr/>
          </p:nvSpPr>
          <p:spPr>
            <a:xfrm>
              <a:off x="2536031" y="1726405"/>
              <a:ext cx="1059656" cy="1035843"/>
            </a:xfrm>
            <a:prstGeom prst="flowChartConnector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Flowchart: Connector 7">
              <a:extLst>
                <a:ext uri="{FF2B5EF4-FFF2-40B4-BE49-F238E27FC236}">
                  <a16:creationId xmlns:a16="http://schemas.microsoft.com/office/drawing/2014/main" id="{6C3EC04A-6984-BD8C-EC17-E23F411806AF}"/>
                </a:ext>
              </a:extLst>
            </p:cNvPr>
            <p:cNvSpPr/>
            <p:nvPr/>
          </p:nvSpPr>
          <p:spPr>
            <a:xfrm>
              <a:off x="916782" y="2982513"/>
              <a:ext cx="1059656" cy="1035843"/>
            </a:xfrm>
            <a:prstGeom prst="flowChartConnector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Flowchart: Connector 8">
              <a:extLst>
                <a:ext uri="{FF2B5EF4-FFF2-40B4-BE49-F238E27FC236}">
                  <a16:creationId xmlns:a16="http://schemas.microsoft.com/office/drawing/2014/main" id="{8A1B883E-E849-F729-29EE-100B8A8472A4}"/>
                </a:ext>
              </a:extLst>
            </p:cNvPr>
            <p:cNvSpPr/>
            <p:nvPr/>
          </p:nvSpPr>
          <p:spPr>
            <a:xfrm>
              <a:off x="4131469" y="2982513"/>
              <a:ext cx="1059656" cy="1035843"/>
            </a:xfrm>
            <a:prstGeom prst="flowChartConnector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Flowchart: Connector 9">
              <a:extLst>
                <a:ext uri="{FF2B5EF4-FFF2-40B4-BE49-F238E27FC236}">
                  <a16:creationId xmlns:a16="http://schemas.microsoft.com/office/drawing/2014/main" id="{EFE2151B-C8CC-E6C8-967C-2325C8977A21}"/>
                </a:ext>
              </a:extLst>
            </p:cNvPr>
            <p:cNvSpPr/>
            <p:nvPr/>
          </p:nvSpPr>
          <p:spPr>
            <a:xfrm>
              <a:off x="2536031" y="4476749"/>
              <a:ext cx="1059656" cy="1035843"/>
            </a:xfrm>
            <a:prstGeom prst="flowChartConnector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9BDDD0D-594F-3D83-8427-904A51E591E7}"/>
                </a:ext>
              </a:extLst>
            </p:cNvPr>
            <p:cNvSpPr txBox="1"/>
            <p:nvPr/>
          </p:nvSpPr>
          <p:spPr>
            <a:xfrm>
              <a:off x="2220516" y="1922858"/>
              <a:ext cx="1708546" cy="646331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GB"/>
                <a:t>Reward </a:t>
              </a:r>
              <a:endParaRPr lang="en-US"/>
            </a:p>
            <a:p>
              <a:pPr algn="ctr"/>
              <a:r>
                <a:rPr lang="en-GB"/>
                <a:t>Model</a:t>
              </a:r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CBA5836-39FF-E6AB-4E04-1D7D710EE51D}"/>
                </a:ext>
              </a:extLst>
            </p:cNvPr>
            <p:cNvSpPr txBox="1"/>
            <p:nvPr/>
          </p:nvSpPr>
          <p:spPr>
            <a:xfrm>
              <a:off x="1059656" y="3315888"/>
              <a:ext cx="767953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GB"/>
                <a:t>Agent</a:t>
              </a:r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9945E99-4726-746F-E14D-5A025B328E58}"/>
                </a:ext>
              </a:extLst>
            </p:cNvPr>
            <p:cNvSpPr txBox="1"/>
            <p:nvPr/>
          </p:nvSpPr>
          <p:spPr>
            <a:xfrm>
              <a:off x="4345781" y="3345655"/>
              <a:ext cx="684609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GB"/>
                <a:t>User</a:t>
              </a:r>
              <a:endParaRPr 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C6DDC5B-B430-427D-CFCD-428D72148B7B}"/>
                </a:ext>
              </a:extLst>
            </p:cNvPr>
            <p:cNvSpPr txBox="1"/>
            <p:nvPr/>
          </p:nvSpPr>
          <p:spPr>
            <a:xfrm>
              <a:off x="2220515" y="4714872"/>
              <a:ext cx="1708546" cy="646331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GB"/>
                <a:t>Environ-</a:t>
              </a:r>
              <a:endParaRPr lang="en-US"/>
            </a:p>
            <a:p>
              <a:pPr algn="ctr"/>
              <a:r>
                <a:rPr lang="en-GB" err="1"/>
                <a:t>ment</a:t>
              </a:r>
              <a:endParaRPr lang="en-US" err="1"/>
            </a:p>
          </p:txBody>
        </p:sp>
        <p:sp>
          <p:nvSpPr>
            <p:cNvPr id="17" name="Arrow: Down 16">
              <a:extLst>
                <a:ext uri="{FF2B5EF4-FFF2-40B4-BE49-F238E27FC236}">
                  <a16:creationId xmlns:a16="http://schemas.microsoft.com/office/drawing/2014/main" id="{84065865-B1AE-176F-6F28-F7BC3764C62C}"/>
                </a:ext>
              </a:extLst>
            </p:cNvPr>
            <p:cNvSpPr/>
            <p:nvPr/>
          </p:nvSpPr>
          <p:spPr>
            <a:xfrm rot="2880000">
              <a:off x="2083593" y="2452687"/>
              <a:ext cx="261937" cy="809624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" name="Arrow: Down 17">
              <a:extLst>
                <a:ext uri="{FF2B5EF4-FFF2-40B4-BE49-F238E27FC236}">
                  <a16:creationId xmlns:a16="http://schemas.microsoft.com/office/drawing/2014/main" id="{8BB51EA9-6C37-50CA-F2FB-ED6F7E661472}"/>
                </a:ext>
              </a:extLst>
            </p:cNvPr>
            <p:cNvSpPr/>
            <p:nvPr/>
          </p:nvSpPr>
          <p:spPr>
            <a:xfrm rot="7980000">
              <a:off x="3786186" y="2357436"/>
              <a:ext cx="261937" cy="809624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" name="Arrow: Down 18">
              <a:extLst>
                <a:ext uri="{FF2B5EF4-FFF2-40B4-BE49-F238E27FC236}">
                  <a16:creationId xmlns:a16="http://schemas.microsoft.com/office/drawing/2014/main" id="{F322EE91-C04C-745C-6F48-00A14290B9CC}"/>
                </a:ext>
              </a:extLst>
            </p:cNvPr>
            <p:cNvSpPr/>
            <p:nvPr/>
          </p:nvSpPr>
          <p:spPr>
            <a:xfrm rot="10800000">
              <a:off x="2934889" y="2899172"/>
              <a:ext cx="238125" cy="1434701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Arrow: Down 19">
              <a:extLst>
                <a:ext uri="{FF2B5EF4-FFF2-40B4-BE49-F238E27FC236}">
                  <a16:creationId xmlns:a16="http://schemas.microsoft.com/office/drawing/2014/main" id="{D1E8AE10-2DD4-31C9-0BCD-3E11E2877D4D}"/>
                </a:ext>
              </a:extLst>
            </p:cNvPr>
            <p:cNvSpPr/>
            <p:nvPr/>
          </p:nvSpPr>
          <p:spPr>
            <a:xfrm rot="13440000">
              <a:off x="3839765" y="3929060"/>
              <a:ext cx="261937" cy="809624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" name="Arrow: Down 20">
              <a:extLst>
                <a:ext uri="{FF2B5EF4-FFF2-40B4-BE49-F238E27FC236}">
                  <a16:creationId xmlns:a16="http://schemas.microsoft.com/office/drawing/2014/main" id="{F85B2483-B018-61F3-B9C4-DDAE30135F8A}"/>
                </a:ext>
              </a:extLst>
            </p:cNvPr>
            <p:cNvSpPr/>
            <p:nvPr/>
          </p:nvSpPr>
          <p:spPr>
            <a:xfrm rot="7980000">
              <a:off x="2089545" y="3827858"/>
              <a:ext cx="261937" cy="809624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" name="Arrow: Down 22">
              <a:extLst>
                <a:ext uri="{FF2B5EF4-FFF2-40B4-BE49-F238E27FC236}">
                  <a16:creationId xmlns:a16="http://schemas.microsoft.com/office/drawing/2014/main" id="{9BAFFB30-87E2-690F-3105-B92A04651C21}"/>
                </a:ext>
              </a:extLst>
            </p:cNvPr>
            <p:cNvSpPr/>
            <p:nvPr/>
          </p:nvSpPr>
          <p:spPr>
            <a:xfrm rot="18720000">
              <a:off x="1934763" y="4071935"/>
              <a:ext cx="261937" cy="809624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C1FB6DB0-7C17-8549-F5AB-7B04F250E914}"/>
                </a:ext>
              </a:extLst>
            </p:cNvPr>
            <p:cNvSpPr txBox="1"/>
            <p:nvPr/>
          </p:nvSpPr>
          <p:spPr>
            <a:xfrm rot="2640000">
              <a:off x="1601391" y="3970733"/>
              <a:ext cx="1708546" cy="276999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GB" sz="1200"/>
                <a:t>observation</a:t>
              </a:r>
              <a:endParaRPr lang="en-US" sz="120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A844CB9-6431-FEBC-09C9-E50F091E0FC2}"/>
                </a:ext>
              </a:extLst>
            </p:cNvPr>
            <p:cNvSpPr txBox="1"/>
            <p:nvPr/>
          </p:nvSpPr>
          <p:spPr>
            <a:xfrm rot="2640000">
              <a:off x="1041796" y="4417216"/>
              <a:ext cx="1708546" cy="276999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GB" sz="1200"/>
                <a:t>action</a:t>
              </a:r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A0D570A-AC86-0370-CA8B-520F6A203B74}"/>
                </a:ext>
              </a:extLst>
            </p:cNvPr>
            <p:cNvSpPr txBox="1"/>
            <p:nvPr/>
          </p:nvSpPr>
          <p:spPr>
            <a:xfrm rot="18840000">
              <a:off x="3280172" y="4399358"/>
              <a:ext cx="1708546" cy="276999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GB" sz="1200"/>
                <a:t>trajectories</a:t>
              </a:r>
              <a:endParaRPr lang="en-US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BEDF9CD4-9751-CE58-036B-72FC00F2C328}"/>
                </a:ext>
              </a:extLst>
            </p:cNvPr>
            <p:cNvSpPr txBox="1"/>
            <p:nvPr/>
          </p:nvSpPr>
          <p:spPr>
            <a:xfrm rot="5400000">
              <a:off x="2411015" y="3554013"/>
              <a:ext cx="1708546" cy="276999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GB" sz="1200"/>
                <a:t>observation</a:t>
              </a:r>
              <a:endParaRPr lang="en-US" sz="120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F3B2364A-E7F3-DC7A-8F74-38E394FC040C}"/>
                </a:ext>
              </a:extLst>
            </p:cNvPr>
            <p:cNvSpPr txBox="1"/>
            <p:nvPr/>
          </p:nvSpPr>
          <p:spPr>
            <a:xfrm rot="2640000">
              <a:off x="3262312" y="2482452"/>
              <a:ext cx="1708546" cy="276999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GB" sz="1200"/>
                <a:t>feedback</a:t>
              </a:r>
              <a:endParaRPr 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51C4DE3-052A-579A-972A-CF937994029C}"/>
                </a:ext>
              </a:extLst>
            </p:cNvPr>
            <p:cNvSpPr txBox="1"/>
            <p:nvPr/>
          </p:nvSpPr>
          <p:spPr>
            <a:xfrm rot="19140000">
              <a:off x="1208483" y="2512217"/>
              <a:ext cx="1708546" cy="276999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GB" sz="1200"/>
                <a:t>action</a:t>
              </a:r>
              <a:endParaRPr lang="en-US"/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B7CF01E2-33E0-B326-C20A-1FD0B6A0BDE8}"/>
              </a:ext>
            </a:extLst>
          </p:cNvPr>
          <p:cNvSpPr txBox="1"/>
          <p:nvPr/>
        </p:nvSpPr>
        <p:spPr>
          <a:xfrm>
            <a:off x="6295401" y="2560678"/>
            <a:ext cx="4952999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b="1"/>
              <a:t>Reinforcement Learning from Human Feeback</a:t>
            </a:r>
          </a:p>
          <a:p>
            <a:r>
              <a:rPr lang="en-GB" b="1">
                <a:ea typeface="+mn-lt"/>
                <a:cs typeface="+mn-lt"/>
              </a:rPr>
              <a:t>(typically applied in chatbots)</a:t>
            </a:r>
          </a:p>
          <a:p>
            <a:endParaRPr lang="en-GB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GB">
                <a:ea typeface="+mn-lt"/>
                <a:cs typeface="+mn-lt"/>
              </a:rPr>
              <a:t> LLM generates multiple answers</a:t>
            </a:r>
            <a:endParaRPr lang="en-GB"/>
          </a:p>
          <a:p>
            <a:pPr marL="285750" indent="-285750">
              <a:buFont typeface="Arial"/>
              <a:buChar char="•"/>
            </a:pPr>
            <a:r>
              <a:rPr lang="en-GB">
                <a:ea typeface="+mn-lt"/>
                <a:cs typeface="+mn-lt"/>
              </a:rPr>
              <a:t> Humans rank the best one</a:t>
            </a:r>
            <a:endParaRPr lang="en-GB"/>
          </a:p>
          <a:p>
            <a:pPr marL="285750" indent="-285750">
              <a:buFont typeface="Arial"/>
              <a:buChar char="•"/>
            </a:pPr>
            <a:r>
              <a:rPr lang="en-GB">
                <a:ea typeface="+mn-lt"/>
                <a:cs typeface="+mn-lt"/>
              </a:rPr>
              <a:t> RL updates the model to prefer responses that humans like 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16713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A81D1-BD5B-6396-2105-922DA4BFC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16817-9CCD-A001-4948-478F4C6A1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805" y="-3109"/>
            <a:ext cx="10515600" cy="1325563"/>
          </a:xfrm>
        </p:spPr>
        <p:txBody>
          <a:bodyPr/>
          <a:lstStyle/>
          <a:p>
            <a:r>
              <a:rPr lang="en-GB"/>
              <a:t>Comparison of Traditional RL vs RL in LLMs </a:t>
            </a:r>
            <a:endParaRPr lang="en-US"/>
          </a:p>
        </p:txBody>
      </p:sp>
      <p:pic>
        <p:nvPicPr>
          <p:cNvPr id="4" name="Content Placeholder 3" descr="A diagram of a diagram&#10;&#10;AI-generated content may be incorrect.">
            <a:extLst>
              <a:ext uri="{FF2B5EF4-FFF2-40B4-BE49-F238E27FC236}">
                <a16:creationId xmlns:a16="http://schemas.microsoft.com/office/drawing/2014/main" id="{CBEE8D1D-5F92-E9B4-C8A2-7FFE543017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69" b="31818"/>
          <a:stretch>
            <a:fillRect/>
          </a:stretch>
        </p:blipFill>
        <p:spPr>
          <a:xfrm>
            <a:off x="951138" y="878513"/>
            <a:ext cx="10288304" cy="320444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26F5EDA-9272-8D5A-1510-BBD4F51580ED}"/>
              </a:ext>
            </a:extLst>
          </p:cNvPr>
          <p:cNvSpPr txBox="1"/>
          <p:nvPr/>
        </p:nvSpPr>
        <p:spPr>
          <a:xfrm>
            <a:off x="313345" y="6252672"/>
            <a:ext cx="7904859" cy="3703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>
                <a:ea typeface="+mn-lt"/>
                <a:cs typeface="+mn-lt"/>
              </a:rPr>
              <a:t>A Roadmap to o1 from Reinforcement Learning Perspective</a:t>
            </a:r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DAF4A7A-4077-36A3-91CC-5D210AF420E9}"/>
              </a:ext>
            </a:extLst>
          </p:cNvPr>
          <p:cNvSpPr/>
          <p:nvPr/>
        </p:nvSpPr>
        <p:spPr>
          <a:xfrm>
            <a:off x="2136447" y="4180316"/>
            <a:ext cx="2969663" cy="7691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>
                <a:solidFill>
                  <a:schemeClr val="tx1"/>
                </a:solidFill>
              </a:rPr>
              <a:t>Traditional RL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DB65049-6A6D-F2BA-4991-F7689DA89745}"/>
              </a:ext>
            </a:extLst>
          </p:cNvPr>
          <p:cNvSpPr/>
          <p:nvPr/>
        </p:nvSpPr>
        <p:spPr>
          <a:xfrm>
            <a:off x="7221193" y="4180314"/>
            <a:ext cx="2969663" cy="7691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2000" b="1">
                <a:solidFill>
                  <a:schemeClr val="tx1"/>
                </a:solidFill>
              </a:rPr>
              <a:t>RL for LLMs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EB8B9E-8271-15E7-7454-F1F385E5BE3D}"/>
              </a:ext>
            </a:extLst>
          </p:cNvPr>
          <p:cNvSpPr txBox="1"/>
          <p:nvPr/>
        </p:nvSpPr>
        <p:spPr>
          <a:xfrm>
            <a:off x="1011252" y="5155962"/>
            <a:ext cx="494231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>
                <a:ea typeface="+mn-lt"/>
                <a:cs typeface="+mn-lt"/>
              </a:rPr>
              <a:t>The agent interacts with a </a:t>
            </a:r>
            <a:r>
              <a:rPr lang="en-GB" b="1">
                <a:ea typeface="+mn-lt"/>
                <a:cs typeface="+mn-lt"/>
              </a:rPr>
              <a:t>physical or simulated environment</a:t>
            </a: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3B9DA3-8858-8A3B-500C-B6A0F0220FB1}"/>
              </a:ext>
            </a:extLst>
          </p:cNvPr>
          <p:cNvSpPr txBox="1"/>
          <p:nvPr/>
        </p:nvSpPr>
        <p:spPr>
          <a:xfrm>
            <a:off x="6295401" y="5155961"/>
            <a:ext cx="494231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>
                <a:ea typeface="+mn-lt"/>
                <a:cs typeface="+mn-lt"/>
              </a:rPr>
              <a:t>The action of LLM can be </a:t>
            </a:r>
            <a:r>
              <a:rPr lang="en-GB" b="1">
                <a:ea typeface="+mn-lt"/>
                <a:cs typeface="+mn-lt"/>
              </a:rPr>
              <a:t>token-, step-, or solution</a:t>
            </a:r>
            <a:r>
              <a:rPr lang="en-GB">
                <a:ea typeface="+mn-lt"/>
                <a:cs typeface="+mn-lt"/>
              </a:rPr>
              <a:t>-level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1138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0AAD3-BB13-45F2-77F3-C4657F3C0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0156" y="40716"/>
            <a:ext cx="10515600" cy="966136"/>
          </a:xfrm>
        </p:spPr>
        <p:txBody>
          <a:bodyPr/>
          <a:lstStyle/>
          <a:p>
            <a:r>
              <a:rPr lang="en-SG"/>
              <a:t>Identify Common Themes in These Problems</a:t>
            </a:r>
            <a:endParaRPr lang="en-GB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BE66335-3100-25D8-45EE-134F385DAFB4}"/>
              </a:ext>
            </a:extLst>
          </p:cNvPr>
          <p:cNvSpPr/>
          <p:nvPr/>
        </p:nvSpPr>
        <p:spPr>
          <a:xfrm>
            <a:off x="1654692" y="3565577"/>
            <a:ext cx="2914022" cy="1095270"/>
          </a:xfrm>
          <a:prstGeom prst="roundRect">
            <a:avLst>
              <a:gd name="adj" fmla="val 5777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chemeClr val="tx1"/>
                </a:solidFill>
              </a:rPr>
              <a:t>Current Configuration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E4D0600-8709-1329-B8FD-F2282D5FD201}"/>
              </a:ext>
            </a:extLst>
          </p:cNvPr>
          <p:cNvGrpSpPr/>
          <p:nvPr/>
        </p:nvGrpSpPr>
        <p:grpSpPr>
          <a:xfrm>
            <a:off x="4792694" y="4024357"/>
            <a:ext cx="2507789" cy="432766"/>
            <a:chOff x="4935124" y="4038600"/>
            <a:chExt cx="2507789" cy="432766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37EC82EF-17BE-38F6-763C-43B24B1B2503}"/>
                </a:ext>
              </a:extLst>
            </p:cNvPr>
            <p:cNvCxnSpPr>
              <a:cxnSpLocks/>
            </p:cNvCxnSpPr>
            <p:nvPr/>
          </p:nvCxnSpPr>
          <p:spPr>
            <a:xfrm>
              <a:off x="4935124" y="4038600"/>
              <a:ext cx="2507789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400678F-28BB-5D2D-F45C-FDBC50968CEB}"/>
                </a:ext>
              </a:extLst>
            </p:cNvPr>
            <p:cNvSpPr txBox="1"/>
            <p:nvPr/>
          </p:nvSpPr>
          <p:spPr>
            <a:xfrm>
              <a:off x="5369895" y="4102034"/>
              <a:ext cx="17509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>
                  <a:solidFill>
                    <a:srgbClr val="C00000"/>
                  </a:solidFill>
                </a:rPr>
                <a:t>Takes Decision</a:t>
              </a: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011A82B-CD1E-E046-5B97-92D27F835A7F}"/>
              </a:ext>
            </a:extLst>
          </p:cNvPr>
          <p:cNvSpPr txBox="1"/>
          <p:nvPr/>
        </p:nvSpPr>
        <p:spPr>
          <a:xfrm>
            <a:off x="7652821" y="4701728"/>
            <a:ext cx="2794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002060"/>
                </a:solidFill>
              </a:rPr>
              <a:t>Receives feedback score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C7CD157-E6C0-8B0E-C950-946AF40FDA20}"/>
              </a:ext>
            </a:extLst>
          </p:cNvPr>
          <p:cNvSpPr/>
          <p:nvPr/>
        </p:nvSpPr>
        <p:spPr>
          <a:xfrm>
            <a:off x="1532241" y="5399975"/>
            <a:ext cx="9127518" cy="735605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chemeClr val="tx1"/>
                </a:solidFill>
              </a:rPr>
              <a:t>How to make </a:t>
            </a:r>
            <a:r>
              <a:rPr lang="en-US" sz="2000" b="1">
                <a:solidFill>
                  <a:srgbClr val="C00000"/>
                </a:solidFill>
              </a:rPr>
              <a:t>optimal decisions </a:t>
            </a:r>
            <a:r>
              <a:rPr lang="en-US" sz="2000" b="1">
                <a:solidFill>
                  <a:schemeClr val="tx1"/>
                </a:solidFill>
              </a:rPr>
              <a:t>that maximize the total </a:t>
            </a:r>
            <a:r>
              <a:rPr lang="en-US" sz="2000" b="1">
                <a:solidFill>
                  <a:srgbClr val="002060"/>
                </a:solidFill>
              </a:rPr>
              <a:t>feedback scores</a:t>
            </a:r>
            <a:r>
              <a:rPr lang="en-US" sz="2000" b="1">
                <a:solidFill>
                  <a:schemeClr val="tx1"/>
                </a:solidFill>
              </a:rPr>
              <a:t>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9869AF-9456-14B8-4317-02F5FC446E54}"/>
              </a:ext>
            </a:extLst>
          </p:cNvPr>
          <p:cNvSpPr txBox="1"/>
          <p:nvPr/>
        </p:nvSpPr>
        <p:spPr>
          <a:xfrm>
            <a:off x="2309483" y="1057396"/>
            <a:ext cx="8165890" cy="1856149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/>
              <a:t>Collect</a:t>
            </a:r>
            <a:r>
              <a:rPr lang="en-US" sz="2000"/>
              <a:t> your own dataset by sampling </a:t>
            </a:r>
            <a:r>
              <a:rPr lang="en-US" sz="2000" b="1"/>
              <a:t>(trial and error)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/>
              <a:t>Receive a </a:t>
            </a:r>
            <a:r>
              <a:rPr lang="en-US" sz="2000" b="1"/>
              <a:t>feedback score </a:t>
            </a:r>
            <a:r>
              <a:rPr lang="en-US" sz="2000"/>
              <a:t>for each trial (</a:t>
            </a:r>
            <a:r>
              <a:rPr lang="en-US" sz="2000" b="1"/>
              <a:t>single</a:t>
            </a:r>
            <a:r>
              <a:rPr lang="en-US" sz="2000"/>
              <a:t> step or </a:t>
            </a:r>
            <a:r>
              <a:rPr lang="en-US" sz="2000" b="1"/>
              <a:t>multiple</a:t>
            </a:r>
            <a:r>
              <a:rPr lang="en-US" sz="2000"/>
              <a:t> steps)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/>
              <a:t>The objective is to make </a:t>
            </a:r>
            <a:r>
              <a:rPr lang="en-US" sz="2000" b="1"/>
              <a:t>good decisions </a:t>
            </a:r>
            <a:r>
              <a:rPr lang="en-US" sz="2000"/>
              <a:t>(which gives a high </a:t>
            </a:r>
            <a:r>
              <a:rPr lang="en-US" sz="2000" b="1"/>
              <a:t>score</a:t>
            </a:r>
            <a:r>
              <a:rPr lang="en-US" sz="2000"/>
              <a:t>)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F5DEE7CC-5EA2-4859-2E59-DAD46461F880}"/>
              </a:ext>
            </a:extLst>
          </p:cNvPr>
          <p:cNvSpPr/>
          <p:nvPr/>
        </p:nvSpPr>
        <p:spPr>
          <a:xfrm>
            <a:off x="7524462" y="3475959"/>
            <a:ext cx="2914022" cy="1095270"/>
          </a:xfrm>
          <a:prstGeom prst="roundRect">
            <a:avLst>
              <a:gd name="adj" fmla="val 5777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chemeClr val="tx1"/>
                </a:solidFill>
              </a:rPr>
              <a:t>New Configuration</a:t>
            </a:r>
          </a:p>
        </p:txBody>
      </p:sp>
      <p:pic>
        <p:nvPicPr>
          <p:cNvPr id="15" name="Graphic 14" descr="Shopping bag with solid fill">
            <a:extLst>
              <a:ext uri="{FF2B5EF4-FFF2-40B4-BE49-F238E27FC236}">
                <a16:creationId xmlns:a16="http://schemas.microsoft.com/office/drawing/2014/main" id="{E34D9562-C581-CC5C-33E1-E6C3D69408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19100" y="1061735"/>
            <a:ext cx="669019" cy="676140"/>
          </a:xfrm>
          <a:prstGeom prst="rect">
            <a:avLst/>
          </a:prstGeom>
        </p:spPr>
      </p:pic>
      <p:pic>
        <p:nvPicPr>
          <p:cNvPr id="18" name="Graphic 17" descr="Treasure chest with solid fill">
            <a:extLst>
              <a:ext uri="{FF2B5EF4-FFF2-40B4-BE49-F238E27FC236}">
                <a16:creationId xmlns:a16="http://schemas.microsoft.com/office/drawing/2014/main" id="{8B23C4A2-A856-79B8-7C7A-D28F4EFC58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32565" y="1768616"/>
            <a:ext cx="671530" cy="700014"/>
          </a:xfrm>
          <a:prstGeom prst="rect">
            <a:avLst/>
          </a:prstGeom>
        </p:spPr>
      </p:pic>
      <p:pic>
        <p:nvPicPr>
          <p:cNvPr id="20" name="Graphic 19" descr="Lightbulb with solid fill">
            <a:extLst>
              <a:ext uri="{FF2B5EF4-FFF2-40B4-BE49-F238E27FC236}">
                <a16:creationId xmlns:a16="http://schemas.microsoft.com/office/drawing/2014/main" id="{8FB13EB7-BDCF-723F-6F1A-3F7CEFC538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83057" y="2474841"/>
            <a:ext cx="626564" cy="583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141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/>
      <p:bldP spid="10" grpId="0" animBg="1"/>
      <p:bldP spid="1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>
            <a:extLst>
              <a:ext uri="{FF2B5EF4-FFF2-40B4-BE49-F238E27FC236}">
                <a16:creationId xmlns:a16="http://schemas.microsoft.com/office/drawing/2014/main" id="{EB21A191-6F3A-DA06-6CD2-413CDD65A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378" y="-5738"/>
            <a:ext cx="10972800" cy="937531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C00000"/>
                </a:solidFill>
              </a:rPr>
              <a:t>Reinforcement Learning</a:t>
            </a:r>
            <a:endParaRPr lang="en-GB">
              <a:solidFill>
                <a:srgbClr val="C0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3108ED-1342-BA2F-E25A-5E97D96C068C}"/>
              </a:ext>
            </a:extLst>
          </p:cNvPr>
          <p:cNvSpPr txBox="1"/>
          <p:nvPr/>
        </p:nvSpPr>
        <p:spPr>
          <a:xfrm>
            <a:off x="847310" y="1086349"/>
            <a:ext cx="10497379" cy="25901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en-SG" sz="2000"/>
              <a:t>A framework for </a:t>
            </a:r>
            <a:r>
              <a:rPr lang="en-SG" sz="2000" b="1" err="1"/>
              <a:t>modeling</a:t>
            </a:r>
            <a:r>
              <a:rPr lang="en-SG" sz="2000"/>
              <a:t> sequential decision-making problems</a:t>
            </a:r>
          </a:p>
          <a:p>
            <a:pPr marL="742950" lvl="1" indent="-285750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en-SG" sz="2000"/>
              <a:t>Also includes</a:t>
            </a:r>
            <a:r>
              <a:rPr lang="en-SG" sz="2000" b="1"/>
              <a:t> a</a:t>
            </a:r>
            <a:r>
              <a:rPr lang="en-SG" sz="2000"/>
              <a:t> sequence with </a:t>
            </a:r>
            <a:r>
              <a:rPr lang="en-SG" sz="2000" b="1"/>
              <a:t>a single step </a:t>
            </a:r>
            <a:r>
              <a:rPr lang="en-SG" sz="2000"/>
              <a:t>(Bandit)</a:t>
            </a:r>
          </a:p>
          <a:p>
            <a:pPr marL="742950" lvl="1" indent="-285750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en-SG" sz="2000"/>
              <a:t>MDPs, POMDPS, Bayesian MDPs, etc.</a:t>
            </a:r>
          </a:p>
          <a:p>
            <a:pPr marL="285750" indent="-285750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en-SG" sz="2000"/>
              <a:t>A framework for </a:t>
            </a:r>
            <a:r>
              <a:rPr lang="en-SG" sz="2000" b="1"/>
              <a:t>solving</a:t>
            </a:r>
            <a:r>
              <a:rPr lang="en-SG" sz="2000"/>
              <a:t> sequential decision-making problems</a:t>
            </a:r>
          </a:p>
          <a:p>
            <a:pPr marL="742950" lvl="1" indent="-285750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en-SG" sz="2000"/>
              <a:t>Solving: finding </a:t>
            </a:r>
            <a:r>
              <a:rPr lang="en-SG" sz="2000" b="1"/>
              <a:t>the best/optimal action</a:t>
            </a:r>
            <a:r>
              <a:rPr lang="en-SG" sz="2000"/>
              <a:t>s which gives best feedback scores</a:t>
            </a:r>
          </a:p>
          <a:p>
            <a:pPr marL="742950" lvl="1" indent="-285750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en-SG" sz="2000"/>
              <a:t>DQN, PPO, SAC, etc.</a:t>
            </a:r>
          </a:p>
          <a:p>
            <a:pPr marL="285750" indent="-285750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en-US" sz="2000"/>
              <a:t>There should be a </a:t>
            </a:r>
            <a:r>
              <a:rPr lang="en-US" sz="2000" b="1"/>
              <a:t>feedback</a:t>
            </a:r>
            <a:r>
              <a:rPr lang="en-US" sz="2000"/>
              <a:t> mechanism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6191989-1738-AAD7-39FF-E956F74D9FAA}"/>
              </a:ext>
            </a:extLst>
          </p:cNvPr>
          <p:cNvGrpSpPr/>
          <p:nvPr/>
        </p:nvGrpSpPr>
        <p:grpSpPr>
          <a:xfrm>
            <a:off x="363457" y="3671219"/>
            <a:ext cx="11095758" cy="2736327"/>
            <a:chOff x="391943" y="3994820"/>
            <a:chExt cx="11095758" cy="2736327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4F58EAEE-1731-271A-D2BB-120784BDFD92}"/>
                </a:ext>
              </a:extLst>
            </p:cNvPr>
            <p:cNvGrpSpPr/>
            <p:nvPr/>
          </p:nvGrpSpPr>
          <p:grpSpPr>
            <a:xfrm>
              <a:off x="391943" y="4385936"/>
              <a:ext cx="11095758" cy="2345211"/>
              <a:chOff x="487954" y="2459498"/>
              <a:chExt cx="11095758" cy="2345211"/>
            </a:xfrm>
          </p:grpSpPr>
          <p:pic>
            <p:nvPicPr>
              <p:cNvPr id="52" name="Picture 51">
                <a:extLst>
                  <a:ext uri="{FF2B5EF4-FFF2-40B4-BE49-F238E27FC236}">
                    <a16:creationId xmlns:a16="http://schemas.microsoft.com/office/drawing/2014/main" id="{4C58770B-3F0B-1420-F234-2C91C1A45DD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l="34671" t="38239" r="54135" b="49864"/>
              <a:stretch>
                <a:fillRect/>
              </a:stretch>
            </p:blipFill>
            <p:spPr>
              <a:xfrm>
                <a:off x="9112693" y="2631880"/>
                <a:ext cx="579295" cy="615673"/>
              </a:xfrm>
              <a:prstGeom prst="rect">
                <a:avLst/>
              </a:prstGeom>
            </p:spPr>
          </p:pic>
          <p:pic>
            <p:nvPicPr>
              <p:cNvPr id="53" name="Picture 52">
                <a:extLst>
                  <a:ext uri="{FF2B5EF4-FFF2-40B4-BE49-F238E27FC236}">
                    <a16:creationId xmlns:a16="http://schemas.microsoft.com/office/drawing/2014/main" id="{059A0124-BA1A-AC02-6281-2E02DE5658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l="51251" t="37568" r="35664" b="50535"/>
              <a:stretch>
                <a:fillRect/>
              </a:stretch>
            </p:blipFill>
            <p:spPr>
              <a:xfrm>
                <a:off x="10614169" y="3252482"/>
                <a:ext cx="897416" cy="815908"/>
              </a:xfrm>
              <a:prstGeom prst="rect">
                <a:avLst/>
              </a:prstGeom>
            </p:spPr>
          </p:pic>
          <p:pic>
            <p:nvPicPr>
              <p:cNvPr id="51" name="Picture 50">
                <a:extLst>
                  <a:ext uri="{FF2B5EF4-FFF2-40B4-BE49-F238E27FC236}">
                    <a16:creationId xmlns:a16="http://schemas.microsoft.com/office/drawing/2014/main" id="{E47626D6-AAF2-FAA0-CB61-FA0309072AA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l="18512" t="38071" r="70294" b="50032"/>
              <a:stretch>
                <a:fillRect/>
              </a:stretch>
            </p:blipFill>
            <p:spPr>
              <a:xfrm>
                <a:off x="8047805" y="2927942"/>
                <a:ext cx="728751" cy="774515"/>
              </a:xfrm>
              <a:prstGeom prst="rect">
                <a:avLst/>
              </a:prstGeom>
            </p:spPr>
          </p:pic>
          <p:pic>
            <p:nvPicPr>
              <p:cNvPr id="54" name="Picture 53">
                <a:extLst>
                  <a:ext uri="{FF2B5EF4-FFF2-40B4-BE49-F238E27FC236}">
                    <a16:creationId xmlns:a16="http://schemas.microsoft.com/office/drawing/2014/main" id="{B2A1D275-5CBE-82BC-A854-C2587E27A35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l="69499" t="38286" r="19307" b="49817"/>
              <a:stretch>
                <a:fillRect/>
              </a:stretch>
            </p:blipFill>
            <p:spPr>
              <a:xfrm>
                <a:off x="6096001" y="4189156"/>
                <a:ext cx="579183" cy="615553"/>
              </a:xfrm>
              <a:prstGeom prst="rect">
                <a:avLst/>
              </a:prstGeom>
            </p:spPr>
          </p:pic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6EB76585-E9E9-70B8-A0F9-D0E9F493E76C}"/>
                  </a:ext>
                </a:extLst>
              </p:cNvPr>
              <p:cNvGrpSpPr/>
              <p:nvPr/>
            </p:nvGrpSpPr>
            <p:grpSpPr>
              <a:xfrm>
                <a:off x="9005889" y="3234275"/>
                <a:ext cx="1677289" cy="936368"/>
                <a:chOff x="4089507" y="2747193"/>
                <a:chExt cx="1549026" cy="910852"/>
              </a:xfrm>
            </p:grpSpPr>
            <p:sp>
              <p:nvSpPr>
                <p:cNvPr id="15" name="Rounded Rectangle 14">
                  <a:extLst>
                    <a:ext uri="{FF2B5EF4-FFF2-40B4-BE49-F238E27FC236}">
                      <a16:creationId xmlns:a16="http://schemas.microsoft.com/office/drawing/2014/main" id="{A88234EC-10D7-E506-7FEB-AF7BB8DD4F92}"/>
                    </a:ext>
                  </a:extLst>
                </p:cNvPr>
                <p:cNvSpPr/>
                <p:nvPr/>
              </p:nvSpPr>
              <p:spPr>
                <a:xfrm>
                  <a:off x="4089507" y="2747193"/>
                  <a:ext cx="1549026" cy="910852"/>
                </a:xfrm>
                <a:prstGeom prst="roundRect">
                  <a:avLst/>
                </a:prstGeom>
                <a:solidFill>
                  <a:schemeClr val="bg1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en-US" sz="1400" b="1"/>
                </a:p>
              </p:txBody>
            </p:sp>
            <p:pic>
              <p:nvPicPr>
                <p:cNvPr id="16" name="Picture 15" descr="A black and purple shirt&#10;&#10;Description automatically generated with medium confidence">
                  <a:extLst>
                    <a:ext uri="{FF2B5EF4-FFF2-40B4-BE49-F238E27FC236}">
                      <a16:creationId xmlns:a16="http://schemas.microsoft.com/office/drawing/2014/main" id="{FB777474-34F3-2DCE-7564-C2078A5503A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251876" y="2798941"/>
                  <a:ext cx="1211031" cy="807354"/>
                </a:xfrm>
                <a:prstGeom prst="rect">
                  <a:avLst/>
                </a:prstGeom>
              </p:spPr>
            </p:pic>
          </p:grp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12F87EC6-75A3-296F-DE28-39C360E4ABD5}"/>
                  </a:ext>
                </a:extLst>
              </p:cNvPr>
              <p:cNvGrpSpPr/>
              <p:nvPr/>
            </p:nvGrpSpPr>
            <p:grpSpPr>
              <a:xfrm>
                <a:off x="3358182" y="3212458"/>
                <a:ext cx="1677289" cy="986273"/>
                <a:chOff x="2491889" y="1962668"/>
                <a:chExt cx="1257967" cy="739705"/>
              </a:xfrm>
            </p:grpSpPr>
            <p:sp>
              <p:nvSpPr>
                <p:cNvPr id="6" name="Rounded Rectangle 5">
                  <a:extLst>
                    <a:ext uri="{FF2B5EF4-FFF2-40B4-BE49-F238E27FC236}">
                      <a16:creationId xmlns:a16="http://schemas.microsoft.com/office/drawing/2014/main" id="{FFCF343C-609A-3B34-4FE1-86C243493A96}"/>
                    </a:ext>
                  </a:extLst>
                </p:cNvPr>
                <p:cNvSpPr/>
                <p:nvPr/>
              </p:nvSpPr>
              <p:spPr>
                <a:xfrm>
                  <a:off x="2491889" y="1962668"/>
                  <a:ext cx="1257967" cy="739705"/>
                </a:xfrm>
                <a:prstGeom prst="round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  <p:pic>
              <p:nvPicPr>
                <p:cNvPr id="7" name="Picture 6" descr="Background pattern&#10;&#10;Description automatically generated">
                  <a:extLst>
                    <a:ext uri="{FF2B5EF4-FFF2-40B4-BE49-F238E27FC236}">
                      <a16:creationId xmlns:a16="http://schemas.microsoft.com/office/drawing/2014/main" id="{FA67F20E-3F31-102A-61A2-30F23A5FE0D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523948" y="2045056"/>
                  <a:ext cx="1193848" cy="574927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</p:pic>
          </p:grp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735C9B4-29A1-7FE5-92E4-9158666A27F0}"/>
                  </a:ext>
                </a:extLst>
              </p:cNvPr>
              <p:cNvSpPr txBox="1"/>
              <p:nvPr/>
            </p:nvSpPr>
            <p:spPr>
              <a:xfrm>
                <a:off x="2470437" y="4170642"/>
                <a:ext cx="201028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/>
                  <a:t>Agent Policy</a:t>
                </a:r>
              </a:p>
              <a:p>
                <a:pPr algn="ctr"/>
                <a:r>
                  <a:rPr lang="en-US" sz="1600" b="1"/>
                  <a:t>Value Function</a:t>
                </a:r>
              </a:p>
            </p:txBody>
          </p:sp>
          <p:cxnSp>
            <p:nvCxnSpPr>
              <p:cNvPr id="10" name="Elbow Connector 9">
                <a:extLst>
                  <a:ext uri="{FF2B5EF4-FFF2-40B4-BE49-F238E27FC236}">
                    <a16:creationId xmlns:a16="http://schemas.microsoft.com/office/drawing/2014/main" id="{D48ED20D-EDAB-6987-B772-F08E4FA28B6C}"/>
                  </a:ext>
                </a:extLst>
              </p:cNvPr>
              <p:cNvCxnSpPr>
                <a:cxnSpLocks/>
                <a:stCxn id="6" idx="0"/>
                <a:endCxn id="15" idx="0"/>
              </p:cNvCxnSpPr>
              <p:nvPr/>
            </p:nvCxnSpPr>
            <p:spPr>
              <a:xfrm rot="16200000" flipH="1">
                <a:off x="7009772" y="399512"/>
                <a:ext cx="21817" cy="5647707"/>
              </a:xfrm>
              <a:prstGeom prst="bentConnector3">
                <a:avLst>
                  <a:gd name="adj1" fmla="val -3242205"/>
                </a:avLst>
              </a:prstGeom>
              <a:ln w="34925">
                <a:solidFill>
                  <a:schemeClr val="accent4">
                    <a:lumMod val="75000"/>
                  </a:schemeClr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EA4BF42-BAD8-A263-0C33-29F47253AF85}"/>
                  </a:ext>
                </a:extLst>
              </p:cNvPr>
              <p:cNvSpPr txBox="1"/>
              <p:nvPr/>
            </p:nvSpPr>
            <p:spPr>
              <a:xfrm>
                <a:off x="9005888" y="2459498"/>
                <a:ext cx="879589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b="1"/>
                  <a:t>Action</a:t>
                </a:r>
              </a:p>
            </p:txBody>
          </p:sp>
          <p:cxnSp>
            <p:nvCxnSpPr>
              <p:cNvPr id="12" name="Elbow Connector 11">
                <a:extLst>
                  <a:ext uri="{FF2B5EF4-FFF2-40B4-BE49-F238E27FC236}">
                    <a16:creationId xmlns:a16="http://schemas.microsoft.com/office/drawing/2014/main" id="{91F2387C-EF8C-FDF6-F656-EC5AEEEFB663}"/>
                  </a:ext>
                </a:extLst>
              </p:cNvPr>
              <p:cNvCxnSpPr>
                <a:cxnSpLocks/>
                <a:stCxn id="15" idx="2"/>
                <a:endCxn id="6" idx="2"/>
              </p:cNvCxnSpPr>
              <p:nvPr/>
            </p:nvCxnSpPr>
            <p:spPr>
              <a:xfrm rot="5400000">
                <a:off x="7006636" y="1360833"/>
                <a:ext cx="28088" cy="5647707"/>
              </a:xfrm>
              <a:prstGeom prst="bentConnector3">
                <a:avLst>
                  <a:gd name="adj1" fmla="val 2249848"/>
                </a:avLst>
              </a:prstGeom>
              <a:ln w="41275">
                <a:solidFill>
                  <a:schemeClr val="accent1">
                    <a:lumMod val="75000"/>
                  </a:schemeClr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5CCFB11-07CE-56E2-9B14-C8814215B192}"/>
                  </a:ext>
                </a:extLst>
              </p:cNvPr>
              <p:cNvSpPr txBox="1"/>
              <p:nvPr/>
            </p:nvSpPr>
            <p:spPr>
              <a:xfrm>
                <a:off x="9834002" y="4159174"/>
                <a:ext cx="1749710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b="1"/>
                  <a:t>Environment:</a:t>
                </a:r>
              </a:p>
              <a:p>
                <a:r>
                  <a:rPr lang="en-US" sz="1600" b="1"/>
                  <a:t>Problem Domain</a:t>
                </a:r>
              </a:p>
            </p:txBody>
          </p:sp>
          <p:cxnSp>
            <p:nvCxnSpPr>
              <p:cNvPr id="42" name="Elbow Connector 41">
                <a:extLst>
                  <a:ext uri="{FF2B5EF4-FFF2-40B4-BE49-F238E27FC236}">
                    <a16:creationId xmlns:a16="http://schemas.microsoft.com/office/drawing/2014/main" id="{6CBB69AE-841B-75E9-20B3-5D8279ADD120}"/>
                  </a:ext>
                </a:extLst>
              </p:cNvPr>
              <p:cNvCxnSpPr>
                <a:cxnSpLocks/>
                <a:stCxn id="15" idx="1"/>
                <a:endCxn id="6" idx="3"/>
              </p:cNvCxnSpPr>
              <p:nvPr/>
            </p:nvCxnSpPr>
            <p:spPr>
              <a:xfrm rot="10800000" flipV="1">
                <a:off x="5035473" y="3702459"/>
                <a:ext cx="3970417" cy="3136"/>
              </a:xfrm>
              <a:prstGeom prst="bentConnector3">
                <a:avLst>
                  <a:gd name="adj1" fmla="val 50000"/>
                </a:avLst>
              </a:prstGeom>
              <a:ln w="41275">
                <a:solidFill>
                  <a:schemeClr val="accent1">
                    <a:lumMod val="75000"/>
                  </a:schemeClr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Arrow Connector 58">
                <a:extLst>
                  <a:ext uri="{FF2B5EF4-FFF2-40B4-BE49-F238E27FC236}">
                    <a16:creationId xmlns:a16="http://schemas.microsoft.com/office/drawing/2014/main" id="{A3A1A67C-E04F-7BB3-189F-9DA6C1E104C0}"/>
                  </a:ext>
                </a:extLst>
              </p:cNvPr>
              <p:cNvCxnSpPr>
                <a:cxnSpLocks/>
                <a:stCxn id="56" idx="3"/>
                <a:endCxn id="6" idx="1"/>
              </p:cNvCxnSpPr>
              <p:nvPr/>
            </p:nvCxnSpPr>
            <p:spPr>
              <a:xfrm>
                <a:off x="1989272" y="3702458"/>
                <a:ext cx="1368909" cy="3137"/>
              </a:xfrm>
              <a:prstGeom prst="straightConnector1">
                <a:avLst/>
              </a:prstGeom>
              <a:ln>
                <a:solidFill>
                  <a:schemeClr val="accent6">
                    <a:lumMod val="60000"/>
                    <a:lumOff val="40000"/>
                  </a:schemeClr>
                </a:solidFill>
                <a:prstDash val="sysDot"/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5D44AFF5-5819-4D3A-97A9-514A3C2F7277}"/>
                  </a:ext>
                </a:extLst>
              </p:cNvPr>
              <p:cNvSpPr txBox="1"/>
              <p:nvPr/>
            </p:nvSpPr>
            <p:spPr>
              <a:xfrm>
                <a:off x="487954" y="4225655"/>
                <a:ext cx="201028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/>
                  <a:t>Optimization</a:t>
                </a:r>
              </a:p>
            </p:txBody>
          </p:sp>
          <p:grpSp>
            <p:nvGrpSpPr>
              <p:cNvPr id="64" name="Group 63">
                <a:extLst>
                  <a:ext uri="{FF2B5EF4-FFF2-40B4-BE49-F238E27FC236}">
                    <a16:creationId xmlns:a16="http://schemas.microsoft.com/office/drawing/2014/main" id="{50CAF418-9E0F-ED31-C066-CD484E10354F}"/>
                  </a:ext>
                </a:extLst>
              </p:cNvPr>
              <p:cNvGrpSpPr/>
              <p:nvPr/>
            </p:nvGrpSpPr>
            <p:grpSpPr>
              <a:xfrm>
                <a:off x="979074" y="3209321"/>
                <a:ext cx="1010199" cy="986273"/>
                <a:chOff x="734305" y="2105068"/>
                <a:chExt cx="757649" cy="739705"/>
              </a:xfrm>
            </p:grpSpPr>
            <p:sp>
              <p:nvSpPr>
                <p:cNvPr id="56" name="Rounded Rectangle 55">
                  <a:extLst>
                    <a:ext uri="{FF2B5EF4-FFF2-40B4-BE49-F238E27FC236}">
                      <a16:creationId xmlns:a16="http://schemas.microsoft.com/office/drawing/2014/main" id="{04D1F914-0521-3F7A-DDC6-E944B2B5D032}"/>
                    </a:ext>
                  </a:extLst>
                </p:cNvPr>
                <p:cNvSpPr/>
                <p:nvPr/>
              </p:nvSpPr>
              <p:spPr>
                <a:xfrm>
                  <a:off x="734305" y="2105068"/>
                  <a:ext cx="757649" cy="739705"/>
                </a:xfrm>
                <a:prstGeom prst="roundRect">
                  <a:avLst/>
                </a:prstGeom>
                <a:noFill/>
                <a:ln>
                  <a:solidFill>
                    <a:schemeClr val="accent6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  <p:pic>
              <p:nvPicPr>
                <p:cNvPr id="61" name="Picture 60">
                  <a:extLst>
                    <a:ext uri="{FF2B5EF4-FFF2-40B4-BE49-F238E27FC236}">
                      <a16:creationId xmlns:a16="http://schemas.microsoft.com/office/drawing/2014/main" id="{FB1B643C-9531-9EAF-3422-7FC62205A8E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5"/>
                <a:srcRect l="31761" t="26759" r="32600" b="36490"/>
                <a:stretch>
                  <a:fillRect/>
                </a:stretch>
              </p:blipFill>
              <p:spPr>
                <a:xfrm>
                  <a:off x="807983" y="2162227"/>
                  <a:ext cx="623680" cy="643128"/>
                </a:xfrm>
                <a:prstGeom prst="rect">
                  <a:avLst/>
                </a:prstGeom>
              </p:spPr>
            </p:pic>
          </p:grpSp>
        </p:grpSp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3E50AE79-3E4B-99DF-49E9-40C2BC19140D}"/>
                </a:ext>
              </a:extLst>
            </p:cNvPr>
            <p:cNvSpPr/>
            <p:nvPr/>
          </p:nvSpPr>
          <p:spPr>
            <a:xfrm>
              <a:off x="5275411" y="5185313"/>
              <a:ext cx="2676381" cy="316736"/>
            </a:xfrm>
            <a:prstGeom prst="roundRect">
              <a:avLst>
                <a:gd name="adj" fmla="val 5777"/>
              </a:avLst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Current Configuration: </a:t>
              </a:r>
              <a:r>
                <a:rPr lang="en-US" sz="1400" b="1">
                  <a:solidFill>
                    <a:schemeClr val="tx1"/>
                  </a:solidFill>
                </a:rPr>
                <a:t>STATE</a:t>
              </a:r>
            </a:p>
          </p:txBody>
        </p:sp>
        <p:sp>
          <p:nvSpPr>
            <p:cNvPr id="18" name="Rounded Rectangle 17">
              <a:extLst>
                <a:ext uri="{FF2B5EF4-FFF2-40B4-BE49-F238E27FC236}">
                  <a16:creationId xmlns:a16="http://schemas.microsoft.com/office/drawing/2014/main" id="{2CC53637-6CB3-F6EC-54A0-F5475D1579D2}"/>
                </a:ext>
              </a:extLst>
            </p:cNvPr>
            <p:cNvSpPr/>
            <p:nvPr/>
          </p:nvSpPr>
          <p:spPr>
            <a:xfrm>
              <a:off x="4100814" y="3994820"/>
              <a:ext cx="2113380" cy="370187"/>
            </a:xfrm>
            <a:prstGeom prst="roundRect">
              <a:avLst>
                <a:gd name="adj" fmla="val 5777"/>
              </a:avLst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rgbClr val="FF0000"/>
                  </a:solidFill>
                </a:rPr>
                <a:t>Takes Decision: </a:t>
              </a:r>
              <a:r>
                <a:rPr lang="en-US" sz="1400" b="1">
                  <a:solidFill>
                    <a:srgbClr val="FF0000"/>
                  </a:solidFill>
                </a:rPr>
                <a:t>ACTION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DCB23A1C-8C36-697C-D367-6EE22F778678}"/>
                    </a:ext>
                  </a:extLst>
                </p:cNvPr>
                <p:cNvSpPr/>
                <p:nvPr/>
              </p:nvSpPr>
              <p:spPr>
                <a:xfrm>
                  <a:off x="3612923" y="5467324"/>
                  <a:ext cx="1063908" cy="348440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  <m:d>
                          <m:dPr>
                            <m:ctrlPr>
                              <a:rPr lang="en-US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</m:oMath>
                    </m:oMathPara>
                  </a14:m>
                  <a:endParaRPr lang="en-GB" b="1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DCB23A1C-8C36-697C-D367-6EE22F77867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12923" y="5467324"/>
                  <a:ext cx="1063908" cy="348440"/>
                </a:xfrm>
                <a:prstGeom prst="rect">
                  <a:avLst/>
                </a:prstGeom>
                <a:blipFill>
                  <a:blip r:embed="rId6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BF6BE29E-F9A6-F924-4DC9-28A6E20A0C08}"/>
                </a:ext>
              </a:extLst>
            </p:cNvPr>
            <p:cNvSpPr/>
            <p:nvPr/>
          </p:nvSpPr>
          <p:spPr>
            <a:xfrm>
              <a:off x="6579173" y="6321370"/>
              <a:ext cx="2113380" cy="338554"/>
            </a:xfrm>
            <a:prstGeom prst="roundRect">
              <a:avLst>
                <a:gd name="adj" fmla="val 5777"/>
              </a:avLst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rgbClr val="0070C0"/>
                  </a:solidFill>
                </a:rPr>
                <a:t>Feedback: </a:t>
              </a:r>
              <a:r>
                <a:rPr lang="en-US" sz="1400" b="1">
                  <a:solidFill>
                    <a:srgbClr val="0070C0"/>
                  </a:solidFill>
                </a:rPr>
                <a:t>REWARD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D71EFEC3-9A81-8F6D-09EE-155DC17D8430}"/>
              </a:ext>
            </a:extLst>
          </p:cNvPr>
          <p:cNvGrpSpPr/>
          <p:nvPr/>
        </p:nvGrpSpPr>
        <p:grpSpPr>
          <a:xfrm>
            <a:off x="6221495" y="275649"/>
            <a:ext cx="5795094" cy="695281"/>
            <a:chOff x="981300" y="950307"/>
            <a:chExt cx="8523362" cy="763170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565960B1-0027-4904-7524-64E90E8BDA91}"/>
                </a:ext>
              </a:extLst>
            </p:cNvPr>
            <p:cNvGrpSpPr/>
            <p:nvPr/>
          </p:nvGrpSpPr>
          <p:grpSpPr>
            <a:xfrm>
              <a:off x="981300" y="950307"/>
              <a:ext cx="6302611" cy="763170"/>
              <a:chOff x="3203441" y="1068260"/>
              <a:chExt cx="6302611" cy="763170"/>
            </a:xfrm>
          </p:grpSpPr>
          <p:sp>
            <p:nvSpPr>
              <p:cNvPr id="21" name="Rounded Rectangle 20">
                <a:extLst>
                  <a:ext uri="{FF2B5EF4-FFF2-40B4-BE49-F238E27FC236}">
                    <a16:creationId xmlns:a16="http://schemas.microsoft.com/office/drawing/2014/main" id="{6373F3E2-505F-ACDD-A6D3-1A878572DE35}"/>
                  </a:ext>
                </a:extLst>
              </p:cNvPr>
              <p:cNvSpPr/>
              <p:nvPr/>
            </p:nvSpPr>
            <p:spPr>
              <a:xfrm>
                <a:off x="3203441" y="1094801"/>
                <a:ext cx="1794745" cy="449970"/>
              </a:xfrm>
              <a:prstGeom prst="roundRect">
                <a:avLst>
                  <a:gd name="adj" fmla="val 5777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>
                    <a:solidFill>
                      <a:schemeClr val="tx1"/>
                    </a:solidFill>
                  </a:rPr>
                  <a:t>Current Configuration</a:t>
                </a:r>
              </a:p>
            </p:txBody>
          </p:sp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F1E15F81-E9E0-BF76-7B83-5BB90F3A38F1}"/>
                  </a:ext>
                </a:extLst>
              </p:cNvPr>
              <p:cNvGrpSpPr/>
              <p:nvPr/>
            </p:nvGrpSpPr>
            <p:grpSpPr>
              <a:xfrm>
                <a:off x="5055894" y="1273728"/>
                <a:ext cx="1951540" cy="276997"/>
                <a:chOff x="4935124" y="4004444"/>
                <a:chExt cx="2507789" cy="307610"/>
              </a:xfrm>
            </p:grpSpPr>
            <p:cxnSp>
              <p:nvCxnSpPr>
                <p:cNvPr id="23" name="Straight Arrow Connector 22">
                  <a:extLst>
                    <a:ext uri="{FF2B5EF4-FFF2-40B4-BE49-F238E27FC236}">
                      <a16:creationId xmlns:a16="http://schemas.microsoft.com/office/drawing/2014/main" id="{867EB223-E0BB-24A1-D1EE-9CA2210226B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935124" y="4038600"/>
                  <a:ext cx="2507789" cy="0"/>
                </a:xfrm>
                <a:prstGeom prst="straightConnector1">
                  <a:avLst/>
                </a:prstGeom>
                <a:ln w="38100"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CE864088-74AC-7F90-8013-A155D2AB9992}"/>
                    </a:ext>
                  </a:extLst>
                </p:cNvPr>
                <p:cNvSpPr txBox="1"/>
                <p:nvPr/>
              </p:nvSpPr>
              <p:spPr>
                <a:xfrm>
                  <a:off x="5019942" y="4004444"/>
                  <a:ext cx="1583905" cy="307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200" b="1">
                      <a:solidFill>
                        <a:srgbClr val="C00000"/>
                      </a:solidFill>
                    </a:rPr>
                    <a:t>Takes Decision</a:t>
                  </a:r>
                </a:p>
              </p:txBody>
            </p:sp>
          </p:grp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8D9C3D0-1401-2365-1D60-CA92F2C2D0FE}"/>
                  </a:ext>
                </a:extLst>
              </p:cNvPr>
              <p:cNvSpPr txBox="1"/>
              <p:nvPr/>
            </p:nvSpPr>
            <p:spPr>
              <a:xfrm>
                <a:off x="6975535" y="1527384"/>
                <a:ext cx="2530517" cy="304046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r>
                  <a:rPr lang="en-US" sz="1200" b="1">
                    <a:solidFill>
                      <a:srgbClr val="C00000"/>
                    </a:solidFill>
                  </a:rPr>
                  <a:t>Receives feedback</a:t>
                </a:r>
              </a:p>
            </p:txBody>
          </p:sp>
          <p:sp>
            <p:nvSpPr>
              <p:cNvPr id="26" name="Rounded Rectangle 25">
                <a:extLst>
                  <a:ext uri="{FF2B5EF4-FFF2-40B4-BE49-F238E27FC236}">
                    <a16:creationId xmlns:a16="http://schemas.microsoft.com/office/drawing/2014/main" id="{1DC03A96-A91D-7A96-878D-AA90298E333E}"/>
                  </a:ext>
                </a:extLst>
              </p:cNvPr>
              <p:cNvSpPr/>
              <p:nvPr/>
            </p:nvSpPr>
            <p:spPr>
              <a:xfrm>
                <a:off x="7065142" y="1068260"/>
                <a:ext cx="1951540" cy="467876"/>
              </a:xfrm>
              <a:prstGeom prst="roundRect">
                <a:avLst>
                  <a:gd name="adj" fmla="val 5777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>
                    <a:solidFill>
                      <a:schemeClr val="tx1"/>
                    </a:solidFill>
                  </a:rPr>
                  <a:t>New Configuration</a:t>
                </a:r>
              </a:p>
            </p:txBody>
          </p:sp>
        </p:grp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445EEEA2-0159-4AF4-C83D-82F94BF00D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24669" y="1160795"/>
              <a:ext cx="2579993" cy="31266"/>
            </a:xfrm>
            <a:prstGeom prst="straightConnector1">
              <a:avLst/>
            </a:prstGeom>
            <a:ln w="38100">
              <a:prstDash val="sysDot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72BD9E6C-66AB-CDE9-00D4-241E143132F7}"/>
                </a:ext>
              </a:extLst>
            </p:cNvPr>
            <p:cNvSpPr txBox="1"/>
            <p:nvPr/>
          </p:nvSpPr>
          <p:spPr>
            <a:xfrm>
              <a:off x="6878980" y="1175562"/>
              <a:ext cx="164500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>
                  <a:solidFill>
                    <a:srgbClr val="C00000"/>
                  </a:solidFill>
                </a:rPr>
                <a:t>Sequence Continues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37030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3F55F-1519-9C47-13FD-1A7609C3A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624" y="0"/>
            <a:ext cx="10515600" cy="1325563"/>
          </a:xfrm>
        </p:spPr>
        <p:txBody>
          <a:bodyPr/>
          <a:lstStyle/>
          <a:p>
            <a:pPr algn="just"/>
            <a:r>
              <a:rPr lang="en-US">
                <a:solidFill>
                  <a:srgbClr val="1D2129"/>
                </a:solidFill>
                <a:cs typeface="Times New Roman" panose="02020603050405020304" pitchFamily="18" charset="0"/>
              </a:rPr>
              <a:t>Sequential Decision Making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FCCBC3-4DB7-97C5-4525-5C0E9F8728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5922" y="1570802"/>
            <a:ext cx="10515600" cy="4776210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sz="2000" b="1">
                <a:solidFill>
                  <a:srgbClr val="1D2129"/>
                </a:solidFill>
              </a:rPr>
              <a:t>Objective: </a:t>
            </a:r>
            <a:r>
              <a:rPr lang="en-US" sz="2000">
                <a:solidFill>
                  <a:srgbClr val="1D2129"/>
                </a:solidFill>
              </a:rPr>
              <a:t>select actions to maximize total future reward</a:t>
            </a:r>
          </a:p>
          <a:p>
            <a:pPr algn="just">
              <a:lnSpc>
                <a:spcPct val="150000"/>
              </a:lnSpc>
            </a:pPr>
            <a:r>
              <a:rPr lang="en-US" sz="2000" b="1">
                <a:solidFill>
                  <a:srgbClr val="1D2129"/>
                </a:solidFill>
              </a:rPr>
              <a:t>Actions </a:t>
            </a:r>
            <a:r>
              <a:rPr lang="en-US" sz="2000">
                <a:solidFill>
                  <a:srgbClr val="1D2129"/>
                </a:solidFill>
              </a:rPr>
              <a:t>may have long-term consequences</a:t>
            </a:r>
          </a:p>
          <a:p>
            <a:pPr algn="just">
              <a:lnSpc>
                <a:spcPct val="150000"/>
              </a:lnSpc>
            </a:pPr>
            <a:r>
              <a:rPr lang="en-US" sz="2000" b="1">
                <a:solidFill>
                  <a:srgbClr val="1D2129"/>
                </a:solidFill>
                <a:cs typeface="Times New Roman" panose="02020603050405020304" pitchFamily="18" charset="0"/>
              </a:rPr>
              <a:t>Rewards</a:t>
            </a:r>
            <a:r>
              <a:rPr lang="en-US" sz="2000">
                <a:solidFill>
                  <a:srgbClr val="1D2129"/>
                </a:solidFill>
                <a:cs typeface="Times New Roman" panose="02020603050405020304" pitchFamily="18" charset="0"/>
              </a:rPr>
              <a:t> may be delayed</a:t>
            </a:r>
            <a:endParaRPr lang="en-US" sz="2000">
              <a:solidFill>
                <a:srgbClr val="1D2129"/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en-US" sz="2000">
                <a:solidFill>
                  <a:srgbClr val="1D2129"/>
                </a:solidFill>
                <a:cs typeface="Times New Roman" panose="02020603050405020304" pitchFamily="18" charset="0"/>
              </a:rPr>
              <a:t>It may be better to </a:t>
            </a:r>
            <a:r>
              <a:rPr lang="en-US" sz="2000" b="1">
                <a:solidFill>
                  <a:srgbClr val="1D2129"/>
                </a:solidFill>
                <a:cs typeface="Times New Roman" panose="02020603050405020304" pitchFamily="18" charset="0"/>
              </a:rPr>
              <a:t>sacrifi</a:t>
            </a:r>
            <a:r>
              <a:rPr lang="en-US" sz="2000" b="1">
                <a:solidFill>
                  <a:srgbClr val="1D2129"/>
                </a:solidFill>
              </a:rPr>
              <a:t>ce immediate reward </a:t>
            </a:r>
            <a:r>
              <a:rPr lang="en-US" sz="2000">
                <a:solidFill>
                  <a:srgbClr val="1D2129"/>
                </a:solidFill>
              </a:rPr>
              <a:t>to gain more </a:t>
            </a:r>
            <a:r>
              <a:rPr lang="en-US" sz="2000" b="1">
                <a:solidFill>
                  <a:srgbClr val="1D2129"/>
                </a:solidFill>
              </a:rPr>
              <a:t>long-term reward</a:t>
            </a:r>
          </a:p>
          <a:p>
            <a:pPr algn="just">
              <a:lnSpc>
                <a:spcPct val="150000"/>
              </a:lnSpc>
            </a:pPr>
            <a:r>
              <a:rPr lang="en-US" sz="2000" b="1">
                <a:solidFill>
                  <a:srgbClr val="1D2129"/>
                </a:solidFill>
                <a:cs typeface="Times New Roman" panose="02020603050405020304" pitchFamily="18" charset="0"/>
              </a:rPr>
              <a:t>Examples:</a:t>
            </a:r>
          </a:p>
          <a:p>
            <a:pPr lvl="1" algn="just">
              <a:lnSpc>
                <a:spcPct val="150000"/>
              </a:lnSpc>
            </a:pPr>
            <a:r>
              <a:rPr lang="en-US" sz="1800">
                <a:solidFill>
                  <a:srgbClr val="1D2129"/>
                </a:solidFill>
              </a:rPr>
              <a:t>A financial investment (may take months to mature)</a:t>
            </a:r>
          </a:p>
          <a:p>
            <a:pPr lvl="1" algn="just">
              <a:lnSpc>
                <a:spcPct val="150000"/>
              </a:lnSpc>
            </a:pPr>
            <a:r>
              <a:rPr lang="en-US" sz="1800">
                <a:solidFill>
                  <a:srgbClr val="1D2129"/>
                </a:solidFill>
                <a:cs typeface="Times New Roman" panose="02020603050405020304" pitchFamily="18" charset="0"/>
              </a:rPr>
              <a:t>Refueling a helicopter (might prevent a crash in several hours)</a:t>
            </a:r>
          </a:p>
          <a:p>
            <a:pPr lvl="1" algn="just">
              <a:lnSpc>
                <a:spcPct val="150000"/>
              </a:lnSpc>
            </a:pPr>
            <a:r>
              <a:rPr lang="en-US" sz="1800">
                <a:solidFill>
                  <a:srgbClr val="1D2129"/>
                </a:solidFill>
              </a:rPr>
              <a:t>Losing one chess piece (might help winning chances many moves from now)</a:t>
            </a:r>
          </a:p>
          <a:p>
            <a:pPr algn="just">
              <a:lnSpc>
                <a:spcPct val="150000"/>
              </a:lnSpc>
            </a:pPr>
            <a:r>
              <a:rPr lang="en-US" sz="2200">
                <a:solidFill>
                  <a:srgbClr val="1D2129"/>
                </a:solidFill>
                <a:cs typeface="Times New Roman" panose="02020603050405020304" pitchFamily="18" charset="0"/>
              </a:rPr>
              <a:t>Typically formulated as </a:t>
            </a:r>
            <a:r>
              <a:rPr lang="en-US" sz="2200" b="1">
                <a:solidFill>
                  <a:srgbClr val="1D2129"/>
                </a:solidFill>
                <a:cs typeface="Times New Roman" panose="02020603050405020304" pitchFamily="18" charset="0"/>
              </a:rPr>
              <a:t>Markov Decision Processes (MDPs)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7364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BEF17-2C07-4546-4065-2FBECB39F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51C9C-0101-9CAC-0038-905A209A6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881" y="165341"/>
            <a:ext cx="10515600" cy="838426"/>
          </a:xfrm>
        </p:spPr>
        <p:txBody>
          <a:bodyPr/>
          <a:lstStyle/>
          <a:p>
            <a:r>
              <a:rPr lang="en-GB"/>
              <a:t>Markov Decision Process (MDP)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3E9DD1E4-A9BE-A11C-F457-4639E2FDC72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070517"/>
                <a:ext cx="5533717" cy="4646102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SG" sz="1600">
                    <a:effectLst/>
                  </a:rPr>
                  <a:t>Markov decision processes </a:t>
                </a:r>
                <a:r>
                  <a:rPr lang="en-SG" sz="1600"/>
                  <a:t>(MDPs) </a:t>
                </a:r>
                <a:r>
                  <a:rPr lang="en-SG" sz="1600">
                    <a:effectLst/>
                  </a:rPr>
                  <a:t>formally describe an environment for reinforcement learning, where the environment is fully observable.</a:t>
                </a:r>
              </a:p>
              <a:p>
                <a:pPr lvl="1" algn="just"/>
                <a:r>
                  <a:rPr lang="en-SG" sz="1600"/>
                  <a:t>Set of </a:t>
                </a:r>
                <a:r>
                  <a:rPr lang="en-SG" sz="1600" b="1"/>
                  <a:t>states S</a:t>
                </a:r>
                <a:endParaRPr lang="en-SG" sz="1600"/>
              </a:p>
              <a:p>
                <a:pPr lvl="2" algn="just"/>
                <a:r>
                  <a:rPr lang="en-SG" sz="1200"/>
                  <a:t>with a subset of terminal state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acc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⊂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200" b="0" i="1" smtClean="0"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lang="en-SG" sz="1200">
                    <a:effectLst/>
                  </a:rPr>
                  <a:t>.</a:t>
                </a:r>
              </a:p>
              <a:p>
                <a:pPr lvl="1" algn="just"/>
                <a:r>
                  <a:rPr lang="en-SG" sz="1600"/>
                  <a:t>Set of </a:t>
                </a:r>
                <a:r>
                  <a:rPr lang="en-SG" sz="1600" b="1"/>
                  <a:t>actions A</a:t>
                </a:r>
                <a:r>
                  <a:rPr lang="en-SG" sz="1600"/>
                  <a:t>.</a:t>
                </a:r>
              </a:p>
              <a:p>
                <a:pPr lvl="1" algn="just"/>
                <a:r>
                  <a:rPr lang="en-SG" sz="1600">
                    <a:effectLst/>
                  </a:rPr>
                  <a:t>State </a:t>
                </a:r>
                <a:r>
                  <a:rPr lang="en-SG" sz="1600" b="1">
                    <a:effectLst/>
                  </a:rPr>
                  <a:t>transition</a:t>
                </a:r>
                <a:r>
                  <a:rPr lang="en-SG" sz="1600">
                    <a:effectLst/>
                  </a:rPr>
                  <a:t> probability function:</a:t>
                </a:r>
              </a:p>
              <a:p>
                <a:pPr lvl="2" algn="just"/>
                <a:r>
                  <a:rPr lang="en-SG" sz="1200"/>
                  <a:t>Given </a:t>
                </a:r>
                <a:r>
                  <a:rPr lang="en-SG" sz="1200" b="1"/>
                  <a:t>current state and action taken</a:t>
                </a:r>
                <a:r>
                  <a:rPr lang="en-SG" sz="1200"/>
                  <a:t>, what is </a:t>
                </a:r>
                <a:r>
                  <a:rPr lang="en-SG" sz="1200" b="1"/>
                  <a:t>next state</a:t>
                </a:r>
                <a:endParaRPr lang="en-SG" sz="1200" b="1">
                  <a:effectLst/>
                </a:endParaRPr>
              </a:p>
              <a:p>
                <a:pPr lvl="2" algn="just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200" i="1" dirty="0" smtClean="0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: </m:t>
                    </m:r>
                    <m:r>
                      <m:rPr>
                        <m:sty m:val="p"/>
                      </m:rPr>
                      <a:rPr lang="en-US" sz="1200" i="1" dirty="0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 × </m:t>
                    </m:r>
                    <m:r>
                      <m:rPr>
                        <m:sty m:val="p"/>
                      </m:rPr>
                      <a:rPr lang="en-US" sz="12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</m:t>
                    </m:r>
                    <m:r>
                      <a:rPr lang="en-US" sz="12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× </m:t>
                    </m:r>
                    <m:r>
                      <m:rPr>
                        <m:sty m:val="p"/>
                      </m:rPr>
                      <a:rPr lang="en-US" sz="12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</m:t>
                    </m:r>
                    <m:r>
                      <a:rPr lang="en-US" sz="12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→</m:t>
                    </m:r>
                    <m:r>
                      <m:rPr>
                        <m:nor/>
                      </m:rPr>
                      <a:rPr lang="en-US" sz="1200" b="0" i="0" dirty="0" smtClean="0">
                        <a:ea typeface="Cambria Math" panose="02040503050406030204" pitchFamily="18" charset="0"/>
                      </a:rPr>
                      <m:t>[0,1</m:t>
                    </m:r>
                  </m:oMath>
                </a14:m>
                <a:r>
                  <a:rPr lang="en-SG" sz="1200">
                    <a:effectLst/>
                  </a:rPr>
                  <a:t>] such that</a:t>
                </a:r>
                <a:r>
                  <a:rPr lang="en-SG" sz="1200"/>
                  <a:t> </a:t>
                </a:r>
                <a14:m>
                  <m:oMath xmlns:m="http://schemas.openxmlformats.org/officeDocument/2006/math">
                    <m:r>
                      <a:rPr lang="en-SG" sz="120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m:rPr>
                        <m:sty m:val="p"/>
                      </m:rPr>
                      <a:rPr lang="en-US" sz="12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</m:t>
                    </m:r>
                    <m:r>
                      <a:rPr lang="en-US" sz="12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∈ </m:t>
                    </m:r>
                    <m:r>
                      <m:rPr>
                        <m:sty m:val="p"/>
                      </m:rPr>
                      <a:rPr lang="en-US" sz="12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</m:t>
                    </m:r>
                    <m:r>
                      <a:rPr lang="en-US" sz="12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sz="12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</m:t>
                    </m:r>
                    <m:r>
                      <a:rPr lang="en-US" sz="12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∈ </m:t>
                    </m:r>
                    <m:r>
                      <m:rPr>
                        <m:sty m:val="p"/>
                      </m:rPr>
                      <a:rPr lang="en-US" sz="12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</m:t>
                    </m:r>
                    <m:r>
                      <a:rPr lang="en-US" sz="12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 </m:t>
                    </m:r>
                    <m:nary>
                      <m:naryPr>
                        <m:chr m:val="∑"/>
                        <m:supHide m:val="on"/>
                        <m:ctrlPr>
                          <a:rPr lang="en-US" sz="12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  <m:brk m:alnAt="7"/>
                          </m:rPr>
                          <a:rPr lang="en-US" sz="12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s</m:t>
                        </m:r>
                        <m:r>
                          <a:rPr lang="en-US" sz="12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’ ∈ </m:t>
                        </m:r>
                        <m:r>
                          <m:rPr>
                            <m:sty m:val="p"/>
                          </m:rPr>
                          <a:rPr lang="en-US" sz="12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S</m:t>
                        </m:r>
                      </m:sub>
                      <m:sup/>
                      <m:e>
                        <m:r>
                          <m:rPr>
                            <m:sty m:val="p"/>
                          </m:rPr>
                          <a:rPr lang="en-US" sz="12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</m:t>
                        </m:r>
                        <m:r>
                          <a:rPr lang="en-US" sz="12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12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s</m:t>
                        </m:r>
                        <m:r>
                          <a:rPr lang="en-US" sz="12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12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</m:t>
                        </m:r>
                        <m:r>
                          <a:rPr lang="en-US" sz="12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12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s</m:t>
                        </m:r>
                        <m:r>
                          <a:rPr lang="en-US" sz="12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’)=1</m:t>
                        </m:r>
                      </m:e>
                    </m:nary>
                  </m:oMath>
                </a14:m>
                <a:endParaRPr lang="en-SG" sz="1200">
                  <a:effectLst/>
                </a:endParaRPr>
              </a:p>
              <a:p>
                <a:pPr lvl="1" algn="just"/>
                <a:r>
                  <a:rPr lang="en-SG" sz="1600" b="1"/>
                  <a:t>Reward</a:t>
                </a:r>
                <a:r>
                  <a:rPr lang="en-SG" sz="1600"/>
                  <a:t> function: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1" dirty="0">
                        <a:latin typeface="Cambria Math" panose="02040503050406030204" pitchFamily="18" charset="0"/>
                      </a:rPr>
                      <m:t>R</m:t>
                    </m:r>
                    <m:r>
                      <a:rPr lang="en-US" sz="1600" i="1" dirty="0">
                        <a:latin typeface="Cambria Math" panose="02040503050406030204" pitchFamily="18" charset="0"/>
                      </a:rPr>
                      <m:t>: </m:t>
                    </m:r>
                    <m:r>
                      <m:rPr>
                        <m:sty m:val="p"/>
                      </m:rPr>
                      <a:rPr lang="en-US" sz="1600" i="1" dirty="0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sz="1600" i="1" dirty="0">
                        <a:latin typeface="Cambria Math" panose="02040503050406030204" pitchFamily="18" charset="0"/>
                      </a:rPr>
                      <m:t> × </m:t>
                    </m:r>
                    <m:r>
                      <m:rPr>
                        <m:sty m:val="p"/>
                      </m:rPr>
                      <a:rPr lang="en-US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</m:t>
                    </m:r>
                    <m:r>
                      <a:rPr lang="en-US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× </m:t>
                    </m:r>
                    <m:r>
                      <m:rPr>
                        <m:sty m:val="p"/>
                      </m:rPr>
                      <a:rPr lang="en-US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</m:t>
                    </m:r>
                    <m:r>
                      <a:rPr lang="en-US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→</m:t>
                    </m:r>
                    <m:r>
                      <m:rPr>
                        <m:nor/>
                      </m:rPr>
                      <a:rPr lang="en-US" sz="1600"/>
                      <m:t>ℝ</m:t>
                    </m:r>
                  </m:oMath>
                </a14:m>
                <a:endParaRPr lang="en-SG" sz="1600">
                  <a:effectLst/>
                </a:endParaRPr>
              </a:p>
              <a:p>
                <a:pPr lvl="2" algn="just"/>
                <a:r>
                  <a:rPr lang="en-SG" sz="1200">
                    <a:effectLst/>
                  </a:rPr>
                  <a:t>Reward received after taking an action from a state and going to next state</a:t>
                </a:r>
              </a:p>
              <a:p>
                <a:pPr lvl="1" algn="just"/>
                <a:r>
                  <a:rPr lang="en-SG" sz="1600" b="1"/>
                  <a:t>Initial state </a:t>
                </a:r>
              </a:p>
              <a:p>
                <a:pPr lvl="2" algn="just"/>
                <a:r>
                  <a:rPr lang="en-SG" sz="1200"/>
                  <a:t>Where the agent is at initially</a:t>
                </a:r>
              </a:p>
              <a:p>
                <a:pPr lvl="2" algn="just"/>
                <a:r>
                  <a:rPr lang="en-SG" sz="1200" b="1"/>
                  <a:t>State distribution:</a:t>
                </a:r>
                <a:r>
                  <a:rPr lang="en-SG" sz="1200"/>
                  <a:t> </a:t>
                </a:r>
                <a14:m>
                  <m:oMath xmlns:m="http://schemas.openxmlformats.org/officeDocument/2006/math">
                    <m:r>
                      <a:rPr lang="en-SG" sz="1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US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</m:t>
                    </m:r>
                    <m:r>
                      <a:rPr lang="en-US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→[0,1]</m:t>
                    </m:r>
                  </m:oMath>
                </a14:m>
                <a:r>
                  <a:rPr lang="en-SG" sz="1200">
                    <a:effectLst/>
                  </a:rPr>
                  <a:t> s.t.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SG" sz="12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  <m:brk m:alnAt="7"/>
                          </m:rPr>
                          <a:rPr lang="en-US" sz="1200" b="0" i="1" smtClean="0">
                            <a:effectLst/>
                            <a:latin typeface="Cambria Math" panose="02040503050406030204" pitchFamily="18" charset="0"/>
                          </a:rPr>
                          <m:t>s</m:t>
                        </m:r>
                        <m:r>
                          <a:rPr lang="en-US" sz="1200" b="0" i="1" smtClean="0">
                            <a:effectLst/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2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  <m:r>
                          <a:rPr lang="en-US" sz="12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2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S</m:t>
                        </m:r>
                      </m:sub>
                      <m:sup/>
                      <m:e>
                        <m:r>
                          <a:rPr lang="en-SG" sz="120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a:rPr lang="en-US" sz="12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12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s</m:t>
                        </m:r>
                        <m:r>
                          <a:rPr lang="en-US" sz="12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)=1</m:t>
                        </m:r>
                      </m:e>
                    </m:nary>
                  </m:oMath>
                </a14:m>
                <a:r>
                  <a:rPr lang="en-SG" sz="1200">
                    <a:effectLst/>
                  </a:rPr>
                  <a:t> and</a:t>
                </a:r>
                <a:r>
                  <a:rPr lang="en-SG" sz="120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SG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m:rPr>
                        <m:sty m:val="p"/>
                      </m:rP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</m:t>
                    </m:r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∈</m:t>
                    </m:r>
                    <m:acc>
                      <m:accPr>
                        <m:chr m:val="̅"/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acc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SG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</m:t>
                    </m:r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)=0</m:t>
                    </m:r>
                  </m:oMath>
                </a14:m>
                <a:endParaRPr lang="en-SG" sz="1200">
                  <a:effectLst/>
                </a:endParaRPr>
              </a:p>
              <a:p>
                <a:pPr marL="990587" lvl="2" indent="0" algn="just">
                  <a:buNone/>
                </a:pPr>
                <a:endParaRPr lang="en-US" sz="1400" b="1">
                  <a:solidFill>
                    <a:srgbClr val="1D2129"/>
                  </a:solidFill>
                </a:endParaRPr>
              </a:p>
              <a:p>
                <a:pPr marL="457200" indent="-457200" algn="just">
                  <a:buFont typeface="+mj-lt"/>
                  <a:buAutoNum type="arabicPeriod"/>
                </a:pPr>
                <a:endParaRPr lang="en-US" sz="2000">
                  <a:solidFill>
                    <a:srgbClr val="1D2129"/>
                  </a:solidFill>
                </a:endParaRPr>
              </a:p>
              <a:p>
                <a:pPr marL="457200" indent="-457200" algn="just">
                  <a:buFont typeface="+mj-lt"/>
                  <a:buAutoNum type="arabicPeriod"/>
                </a:pPr>
                <a:endParaRPr lang="en-US" sz="1800">
                  <a:solidFill>
                    <a:srgbClr val="1D2129"/>
                  </a:solidFill>
                </a:endParaRPr>
              </a:p>
            </p:txBody>
          </p:sp>
        </mc:Choice>
        <mc:Fallback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3E9DD1E4-A9BE-A11C-F457-4639E2FDC7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070517"/>
                <a:ext cx="5533717" cy="4646102"/>
              </a:xfrm>
              <a:blipFill>
                <a:blip r:embed="rId3"/>
                <a:stretch>
                  <a:fillRect l="-441" t="-919" r="-5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4" name="Picture 33">
            <a:extLst>
              <a:ext uri="{FF2B5EF4-FFF2-40B4-BE49-F238E27FC236}">
                <a16:creationId xmlns:a16="http://schemas.microsoft.com/office/drawing/2014/main" id="{07D92388-BDB4-CAB7-6315-551CB23315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3719" y="1003767"/>
            <a:ext cx="6375400" cy="5232400"/>
          </a:xfrm>
          <a:prstGeom prst="rect">
            <a:avLst/>
          </a:prstGeom>
          <a:ln>
            <a:solidFill>
              <a:schemeClr val="accent1">
                <a:shade val="15000"/>
              </a:schemeClr>
            </a:solidFill>
          </a:ln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3679A10A-C2BA-82C7-DAB3-2CD5DD146F4C}"/>
              </a:ext>
            </a:extLst>
          </p:cNvPr>
          <p:cNvSpPr txBox="1"/>
          <p:nvPr/>
        </p:nvSpPr>
        <p:spPr>
          <a:xfrm>
            <a:off x="6648437" y="3884986"/>
            <a:ext cx="437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47FE633-4557-A567-236B-BE1AEB9DEE00}"/>
              </a:ext>
            </a:extLst>
          </p:cNvPr>
          <p:cNvSpPr txBox="1"/>
          <p:nvPr/>
        </p:nvSpPr>
        <p:spPr>
          <a:xfrm>
            <a:off x="8405520" y="3884986"/>
            <a:ext cx="437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6BE905C-5A62-A773-F73C-E40936467AC4}"/>
              </a:ext>
            </a:extLst>
          </p:cNvPr>
          <p:cNvSpPr txBox="1"/>
          <p:nvPr/>
        </p:nvSpPr>
        <p:spPr>
          <a:xfrm>
            <a:off x="10114315" y="3884986"/>
            <a:ext cx="437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FEE4392-1D3C-3026-B10B-86F4A090FB41}"/>
              </a:ext>
            </a:extLst>
          </p:cNvPr>
          <p:cNvSpPr txBox="1"/>
          <p:nvPr/>
        </p:nvSpPr>
        <p:spPr>
          <a:xfrm>
            <a:off x="8405520" y="2075045"/>
            <a:ext cx="437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3989199-8D23-A230-DAFE-36B17A49E2C4}"/>
              </a:ext>
            </a:extLst>
          </p:cNvPr>
          <p:cNvSpPr txBox="1"/>
          <p:nvPr/>
        </p:nvSpPr>
        <p:spPr>
          <a:xfrm>
            <a:off x="6648437" y="2075045"/>
            <a:ext cx="437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6FAFBDB-8850-4244-5992-E148EEF3BA9C}"/>
              </a:ext>
            </a:extLst>
          </p:cNvPr>
          <p:cNvSpPr txBox="1"/>
          <p:nvPr/>
        </p:nvSpPr>
        <p:spPr>
          <a:xfrm>
            <a:off x="8106937" y="1565194"/>
            <a:ext cx="12289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7030A0"/>
                </a:solidFill>
              </a:rPr>
              <a:t>Terminal State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C9D5CB3-AB18-DBF3-CFBD-72D9689F4CD7}"/>
              </a:ext>
            </a:extLst>
          </p:cNvPr>
          <p:cNvSpPr txBox="1"/>
          <p:nvPr/>
        </p:nvSpPr>
        <p:spPr>
          <a:xfrm>
            <a:off x="5617843" y="4115818"/>
            <a:ext cx="9746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002060"/>
                </a:solidFill>
              </a:rPr>
              <a:t>Initial State</a:t>
            </a:r>
          </a:p>
        </p:txBody>
      </p:sp>
      <p:sp>
        <p:nvSpPr>
          <p:cNvPr id="42" name="Content Placeholder 2">
            <a:extLst>
              <a:ext uri="{FF2B5EF4-FFF2-40B4-BE49-F238E27FC236}">
                <a16:creationId xmlns:a16="http://schemas.microsoft.com/office/drawing/2014/main" id="{C708330A-50A7-3BD9-7DBB-0B8EBFC91400}"/>
              </a:ext>
            </a:extLst>
          </p:cNvPr>
          <p:cNvSpPr txBox="1">
            <a:spLocks/>
          </p:cNvSpPr>
          <p:nvPr/>
        </p:nvSpPr>
        <p:spPr>
          <a:xfrm>
            <a:off x="6481373" y="6206153"/>
            <a:ext cx="4480089" cy="486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1800">
                <a:solidFill>
                  <a:srgbClr val="1D2129"/>
                </a:solidFill>
              </a:rPr>
              <a:t>Figure: Student Markov Decision Process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DB55723-4914-DFF4-8D33-EF01DF91FE5F}"/>
              </a:ext>
            </a:extLst>
          </p:cNvPr>
          <p:cNvSpPr txBox="1"/>
          <p:nvPr/>
        </p:nvSpPr>
        <p:spPr>
          <a:xfrm>
            <a:off x="282881" y="5889115"/>
            <a:ext cx="418116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/>
              <a:t>Albrecht, Stefano V., Filippos Christianos, and Lukas Schäfer. Multi-Agent Reinforcement Learning: Foundations and Modern Approaches. 2024.</a:t>
            </a:r>
          </a:p>
        </p:txBody>
      </p:sp>
    </p:spTree>
    <p:extLst>
      <p:ext uri="{BB962C8B-B14F-4D97-AF65-F5344CB8AC3E}">
        <p14:creationId xmlns:p14="http://schemas.microsoft.com/office/powerpoint/2010/main" val="36647843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67021A-0DCC-83C6-CE41-DFF825BE6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D35B1-03B1-C654-4E5C-2A521A099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881" y="165341"/>
            <a:ext cx="10515600" cy="838426"/>
          </a:xfrm>
        </p:spPr>
        <p:txBody>
          <a:bodyPr/>
          <a:lstStyle/>
          <a:p>
            <a:r>
              <a:rPr lang="en-GB"/>
              <a:t>Markov Decision Process (MDP)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12B2126-EDCF-5A33-81F3-26EFC7CAEE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6663" y="1479988"/>
            <a:ext cx="10354055" cy="4941406"/>
          </a:xfrm>
        </p:spPr>
        <p:txBody>
          <a:bodyPr>
            <a:normAutofit/>
          </a:bodyPr>
          <a:lstStyle/>
          <a:p>
            <a:pPr algn="just"/>
            <a:r>
              <a:rPr lang="en-SG" sz="2600">
                <a:solidFill>
                  <a:srgbClr val="1D2129"/>
                </a:solidFill>
              </a:rPr>
              <a:t>Markov property: future state and reward are conditionally independent of past states and actions, given the current state and action: </a:t>
            </a:r>
          </a:p>
          <a:p>
            <a:pPr algn="just"/>
            <a:endParaRPr lang="en-SG" sz="2600">
              <a:solidFill>
                <a:srgbClr val="1D2129"/>
              </a:solidFill>
            </a:endParaRPr>
          </a:p>
          <a:p>
            <a:pPr marL="0" indent="0" algn="just">
              <a:buNone/>
            </a:pPr>
            <a:endParaRPr lang="en-SG" sz="2600">
              <a:solidFill>
                <a:srgbClr val="1D2129"/>
              </a:solidFill>
            </a:endParaRPr>
          </a:p>
          <a:p>
            <a:pPr algn="just"/>
            <a:r>
              <a:rPr lang="en-SG" sz="2600"/>
              <a:t>Almost all RL problems can be formalized as MDPs.</a:t>
            </a:r>
          </a:p>
          <a:p>
            <a:pPr lvl="1" algn="just"/>
            <a:r>
              <a:rPr lang="en-SG" sz="2200"/>
              <a:t>Or variants of it: POMDP, Bayesian MDPs, etc.</a:t>
            </a:r>
          </a:p>
          <a:p>
            <a:pPr marL="0" indent="0" algn="just">
              <a:buNone/>
            </a:pPr>
            <a:endParaRPr lang="en-US" sz="2600">
              <a:solidFill>
                <a:srgbClr val="1D2129"/>
              </a:solidFill>
            </a:endParaRPr>
          </a:p>
          <a:p>
            <a:pPr marL="0" indent="0" algn="just">
              <a:buNone/>
            </a:pPr>
            <a:endParaRPr lang="en-US" sz="2600">
              <a:solidFill>
                <a:srgbClr val="1D2129"/>
              </a:solidFill>
            </a:endParaRPr>
          </a:p>
          <a:p>
            <a:pPr marL="0" indent="0" algn="just">
              <a:buNone/>
            </a:pPr>
            <a:endParaRPr lang="en-US" sz="2600">
              <a:solidFill>
                <a:srgbClr val="1D2129"/>
              </a:solidFill>
            </a:endParaRPr>
          </a:p>
          <a:p>
            <a:pPr marL="457200" indent="-457200" algn="just">
              <a:buFont typeface="+mj-lt"/>
              <a:buAutoNum type="arabicPeriod"/>
            </a:pPr>
            <a:endParaRPr lang="en-US" sz="2600">
              <a:solidFill>
                <a:srgbClr val="1D2129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A12EA9-93A5-6A49-D46C-B9C8EEE084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5730" y="2846352"/>
            <a:ext cx="5549900" cy="5588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44D0007-C306-BB0C-EE41-EEBA8E5EC1A3}"/>
              </a:ext>
            </a:extLst>
          </p:cNvPr>
          <p:cNvSpPr txBox="1"/>
          <p:nvPr/>
        </p:nvSpPr>
        <p:spPr>
          <a:xfrm>
            <a:off x="282881" y="5889115"/>
            <a:ext cx="418116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/>
              <a:t>Albrecht, Stefano V., Filippos Christianos, and Lukas Schäfer. Multi-Agent Reinforcement Learning: Foundations and Modern Approaches. 2024.</a:t>
            </a:r>
          </a:p>
        </p:txBody>
      </p:sp>
    </p:spTree>
    <p:extLst>
      <p:ext uri="{BB962C8B-B14F-4D97-AF65-F5344CB8AC3E}">
        <p14:creationId xmlns:p14="http://schemas.microsoft.com/office/powerpoint/2010/main" val="28135885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3919E-EC31-F032-A7CD-8BC84E746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3A879-DA3F-F4BA-B793-240B8CF15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881" y="165341"/>
            <a:ext cx="10515600" cy="838426"/>
          </a:xfrm>
        </p:spPr>
        <p:txBody>
          <a:bodyPr/>
          <a:lstStyle/>
          <a:p>
            <a:r>
              <a:rPr lang="en-GB"/>
              <a:t>Formulating Reinforcement Learning problem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496A75AE-8B6C-5945-1262-7112F061407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23812" y="1420345"/>
                <a:ext cx="11444070" cy="4603937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en-US" sz="2000" b="1">
                    <a:solidFill>
                      <a:srgbClr val="1D2129"/>
                    </a:solidFill>
                  </a:rPr>
                  <a:t>Objective of Reinforcement Learning agent</a:t>
                </a:r>
                <a:r>
                  <a:rPr lang="en-US" sz="2000">
                    <a:solidFill>
                      <a:srgbClr val="1D2129"/>
                    </a:solidFill>
                  </a:rPr>
                  <a:t>: </a:t>
                </a:r>
                <a:r>
                  <a:rPr lang="en-US" sz="2000" b="1">
                    <a:solidFill>
                      <a:schemeClr val="accent6">
                        <a:lumMod val="75000"/>
                      </a:schemeClr>
                    </a:solidFill>
                  </a:rPr>
                  <a:t>maximize</a:t>
                </a:r>
                <a:r>
                  <a:rPr lang="en-US" sz="2000">
                    <a:solidFill>
                      <a:srgbClr val="1D2129"/>
                    </a:solidFill>
                  </a:rPr>
                  <a:t> the </a:t>
                </a:r>
                <a:r>
                  <a:rPr lang="en-US" sz="2000" b="1">
                    <a:solidFill>
                      <a:srgbClr val="C00000"/>
                    </a:solidFill>
                  </a:rPr>
                  <a:t>average</a:t>
                </a:r>
                <a:r>
                  <a:rPr lang="en-US" sz="2000">
                    <a:solidFill>
                      <a:srgbClr val="1D2129"/>
                    </a:solidFill>
                  </a:rPr>
                  <a:t> </a:t>
                </a:r>
                <a:r>
                  <a:rPr lang="en-US" sz="2000" b="1">
                    <a:solidFill>
                      <a:srgbClr val="0070C0"/>
                    </a:solidFill>
                  </a:rPr>
                  <a:t>total reward (RETURN)</a:t>
                </a:r>
              </a:p>
              <a:p>
                <a:pPr algn="just">
                  <a:lnSpc>
                    <a:spcPct val="150000"/>
                  </a:lnSpc>
                  <a:buFontTx/>
                  <a:buChar char="-"/>
                </a:pPr>
                <a:r>
                  <a:rPr lang="en-US" sz="2000">
                    <a:solidFill>
                      <a:srgbClr val="1D2129"/>
                    </a:solidFill>
                  </a:rPr>
                  <a:t>For a trajectory with </a:t>
                </a:r>
                <a:r>
                  <a:rPr lang="en-US" sz="2000" b="1">
                    <a:solidFill>
                      <a:srgbClr val="1D2129"/>
                    </a:solidFill>
                  </a:rPr>
                  <a:t>T steps</a:t>
                </a:r>
              </a:p>
              <a:p>
                <a:pPr lvl="1" algn="just">
                  <a:lnSpc>
                    <a:spcPct val="150000"/>
                  </a:lnSpc>
                  <a:buFontTx/>
                  <a:buChar char="-"/>
                </a:pPr>
                <a:r>
                  <a:rPr lang="en-US" sz="1600" b="1">
                    <a:solidFill>
                      <a:srgbClr val="1D2129"/>
                    </a:solidFill>
                  </a:rPr>
                  <a:t>Trajectory: </a:t>
                </a:r>
                <a:r>
                  <a:rPr lang="en-US" sz="1600">
                    <a:solidFill>
                      <a:srgbClr val="1D2129"/>
                    </a:solidFill>
                  </a:rPr>
                  <a:t>perform rollout in the environment</a:t>
                </a:r>
              </a:p>
              <a:p>
                <a:pPr lvl="1" algn="just">
                  <a:lnSpc>
                    <a:spcPct val="150000"/>
                  </a:lnSpc>
                  <a:buFontTx/>
                  <a:buChar char="-"/>
                </a:pPr>
                <a:r>
                  <a:rPr lang="en-US" sz="1600" b="1">
                    <a:solidFill>
                      <a:srgbClr val="1D2129"/>
                    </a:solidFill>
                  </a:rPr>
                  <a:t>sequential </a:t>
                </a:r>
                <a:r>
                  <a:rPr lang="en-US" sz="1600" b="1">
                    <a:solidFill>
                      <a:srgbClr val="002060"/>
                    </a:solidFill>
                  </a:rPr>
                  <a:t>state, action, next state, and reward </a:t>
                </a:r>
                <a14:m>
                  <m:oMath xmlns:m="http://schemas.openxmlformats.org/officeDocument/2006/math">
                    <m:r>
                      <a:rPr lang="en-US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  <m:sub>
                        <m:r>
                          <a:rPr lang="en-US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  <m:sub>
                        <m:r>
                          <a:rPr lang="en-US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  <m:sub>
                        <m:r>
                          <a:rPr lang="en-US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600" b="1" i="1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sz="1600" b="1" i="1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1600" b="1" i="1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600" b="1" i="1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  <m:sub>
                        <m:r>
                          <a:rPr lang="en-US" sz="1600" b="1" i="1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1600" b="1" i="1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600" b="1" i="1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  <m:sub>
                        <m:r>
                          <a:rPr lang="en-US" sz="1600" b="1" i="1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1600" b="1" i="1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…)</m:t>
                    </m:r>
                    <m:r>
                      <a:rPr lang="en-US" sz="1600" b="1" i="1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1600" b="1">
                  <a:solidFill>
                    <a:schemeClr val="tx1"/>
                  </a:solidFill>
                </a:endParaRPr>
              </a:p>
              <a:p>
                <a:pPr algn="just">
                  <a:lnSpc>
                    <a:spcPct val="150000"/>
                  </a:lnSpc>
                  <a:buFontTx/>
                  <a:buChar char="-"/>
                </a:pPr>
                <a:r>
                  <a:rPr lang="en-US" sz="2000">
                    <a:solidFill>
                      <a:srgbClr val="1D2129"/>
                    </a:solidFill>
                  </a:rPr>
                  <a:t>Where, each step gives a reward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solidFill>
                              <a:srgbClr val="1D212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rgbClr val="1D2129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  <m:sub>
                        <m:r>
                          <a:rPr lang="en-US" sz="2000" b="1" i="1">
                            <a:solidFill>
                              <a:srgbClr val="1D2129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2000" b="1">
                    <a:solidFill>
                      <a:srgbClr val="1D2129"/>
                    </a:solidFill>
                  </a:rPr>
                  <a:t> </a:t>
                </a:r>
                <a:r>
                  <a:rPr lang="en-US" sz="2000">
                    <a:solidFill>
                      <a:srgbClr val="1D2129"/>
                    </a:solidFill>
                  </a:rPr>
                  <a:t>at step</a:t>
                </a:r>
                <a:r>
                  <a:rPr lang="en-US" sz="2000" b="1">
                    <a:solidFill>
                      <a:srgbClr val="1D2129"/>
                    </a:solidFill>
                  </a:rPr>
                  <a:t> </a:t>
                </a:r>
                <a:r>
                  <a:rPr lang="en-US" sz="2000" b="1" i="1">
                    <a:solidFill>
                      <a:srgbClr val="1D2129"/>
                    </a:solidFill>
                  </a:rPr>
                  <a:t>I</a:t>
                </a:r>
              </a:p>
              <a:p>
                <a:pPr algn="just">
                  <a:lnSpc>
                    <a:spcPct val="150000"/>
                  </a:lnSpc>
                  <a:buFontTx/>
                  <a:buChar char="-"/>
                </a:pPr>
                <a:r>
                  <a:rPr lang="en-US" sz="2000" b="1">
                    <a:solidFill>
                      <a:srgbClr val="1D2129"/>
                    </a:solidFill>
                  </a:rPr>
                  <a:t>RETURN: </a:t>
                </a:r>
                <a:r>
                  <a:rPr lang="en-US" sz="2000" i="1">
                    <a:solidFill>
                      <a:srgbClr val="1D2129"/>
                    </a:solidFill>
                  </a:rPr>
                  <a:t>sum of all rewards in a particular trajectory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sSub>
                          <m:sSubPr>
                            <m:ctrlPr>
                              <a:rPr lang="en-US" sz="20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 ]</m:t>
                        </m:r>
                      </m:e>
                    </m:nary>
                  </m:oMath>
                </a14:m>
                <a:endParaRPr lang="en-US" sz="2000" i="1">
                  <a:solidFill>
                    <a:srgbClr val="1D2129"/>
                  </a:solidFill>
                </a:endParaRPr>
              </a:p>
              <a:p>
                <a:pPr algn="just">
                  <a:lnSpc>
                    <a:spcPct val="150000"/>
                  </a:lnSpc>
                  <a:buFontTx/>
                  <a:buChar char="-"/>
                </a:pPr>
                <a:r>
                  <a:rPr lang="en-US" sz="2000">
                    <a:solidFill>
                      <a:srgbClr val="1D2129"/>
                    </a:solidFill>
                  </a:rPr>
                  <a:t>Maximize the </a:t>
                </a:r>
                <a:r>
                  <a:rPr lang="en-US" sz="2000" b="1">
                    <a:solidFill>
                      <a:srgbClr val="1D2129"/>
                    </a:solidFill>
                  </a:rPr>
                  <a:t>average</a:t>
                </a:r>
                <a:r>
                  <a:rPr lang="en-US" sz="2000">
                    <a:solidFill>
                      <a:srgbClr val="1D2129"/>
                    </a:solidFill>
                  </a:rPr>
                  <a:t> (expectation) RETURN across </a:t>
                </a:r>
                <a:r>
                  <a:rPr lang="en-US" sz="2000" b="1">
                    <a:solidFill>
                      <a:srgbClr val="1D2129"/>
                    </a:solidFill>
                  </a:rPr>
                  <a:t>multiple</a:t>
                </a:r>
                <a:r>
                  <a:rPr lang="en-US" sz="2000">
                    <a:solidFill>
                      <a:srgbClr val="1D2129"/>
                    </a:solidFill>
                  </a:rPr>
                  <a:t> </a:t>
                </a:r>
                <a:r>
                  <a:rPr lang="en-US" sz="2000" b="1">
                    <a:solidFill>
                      <a:srgbClr val="1D2129"/>
                    </a:solidFill>
                  </a:rPr>
                  <a:t>trajectories</a:t>
                </a:r>
                <a:r>
                  <a:rPr lang="en-US" sz="2000">
                    <a:solidFill>
                      <a:srgbClr val="1D2129"/>
                    </a:solidFill>
                  </a:rPr>
                  <a:t> (do rollout multiple times)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𝑂𝑏𝑗𝑒𝑐𝑡𝑖𝑣𝑒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:=</m:t>
                      </m:r>
                      <m:r>
                        <m:rPr>
                          <m:sty m:val="p"/>
                        </m:rPr>
                        <a:rPr lang="en-US" sz="200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  <m:r>
                        <m:rPr>
                          <m:sty m:val="p"/>
                        </m:rPr>
                        <a:rPr lang="en-US" sz="20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ax</m:t>
                      </m:r>
                      <m:r>
                        <a:rPr lang="en-US" sz="2000" b="0" i="1" smtClean="0">
                          <a:solidFill>
                            <a:srgbClr val="1D2129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𝔼</m:t>
                      </m:r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solidFill>
                            <a:srgbClr val="1D2129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nary>
                        <m:naryPr>
                          <m:chr m:val="∑"/>
                          <m:ctrlPr>
                            <a:rPr lang="en-US" sz="2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2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sz="2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 ]</m:t>
                          </m:r>
                        </m:e>
                      </m:nary>
                    </m:oMath>
                  </m:oMathPara>
                </a14:m>
                <a:endParaRPr lang="en-US" sz="2000">
                  <a:solidFill>
                    <a:srgbClr val="1D2129"/>
                  </a:solidFill>
                </a:endParaRPr>
              </a:p>
            </p:txBody>
          </p:sp>
        </mc:Choice>
        <mc:Fallback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496A75AE-8B6C-5945-1262-7112F06140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3812" y="1420345"/>
                <a:ext cx="11444070" cy="4603937"/>
              </a:xfrm>
              <a:blipFill>
                <a:blip r:embed="rId3"/>
                <a:stretch>
                  <a:fillRect l="-586" t="-14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14339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7CA84-67FC-E4A5-BE96-66B8B9E7A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D9B3D-19CC-31E8-4BAD-0F6E8B8B8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881" y="165341"/>
            <a:ext cx="10515600" cy="838426"/>
          </a:xfrm>
        </p:spPr>
        <p:txBody>
          <a:bodyPr>
            <a:normAutofit fontScale="90000"/>
          </a:bodyPr>
          <a:lstStyle/>
          <a:p>
            <a:r>
              <a:rPr lang="en-GB" sz="3000"/>
              <a:t>Formulating Reinforcement Learning problem – Example – Grid World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809102-4FF1-D984-3448-3AA3549ACC08}"/>
              </a:ext>
            </a:extLst>
          </p:cNvPr>
          <p:cNvSpPr txBox="1"/>
          <p:nvPr/>
        </p:nvSpPr>
        <p:spPr>
          <a:xfrm>
            <a:off x="4214552" y="1398040"/>
            <a:ext cx="7489767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600" b="1">
                <a:solidFill>
                  <a:srgbClr val="1D2129"/>
                </a:solidFill>
              </a:rPr>
              <a:t>State</a:t>
            </a:r>
            <a:r>
              <a:rPr lang="en-US" sz="1600">
                <a:solidFill>
                  <a:srgbClr val="1D2129"/>
                </a:solidFill>
              </a:rPr>
              <a:t>: </a:t>
            </a:r>
            <a:r>
              <a:rPr lang="en-US" sz="1600"/>
              <a:t>S={[0,0],[0,1],[0,2],[0,3],[1,0],[1,1],[1,2],[1,3],[2,0],[2,1],[2,2],[2,3],[3,0],[3,1],[3,2],[3,3]}</a:t>
            </a:r>
          </a:p>
          <a:p>
            <a:pPr algn="just"/>
            <a:endParaRPr lang="en-US" sz="1600">
              <a:solidFill>
                <a:srgbClr val="1D2129"/>
              </a:solidFill>
            </a:endParaRPr>
          </a:p>
          <a:p>
            <a:pPr algn="just"/>
            <a:r>
              <a:rPr lang="en-US" sz="1600" b="1">
                <a:solidFill>
                  <a:srgbClr val="1D2129"/>
                </a:solidFill>
              </a:rPr>
              <a:t>Action</a:t>
            </a:r>
            <a:r>
              <a:rPr lang="en-US" sz="1600">
                <a:solidFill>
                  <a:srgbClr val="1D2129"/>
                </a:solidFill>
              </a:rPr>
              <a:t>: A={up, right, down, left}</a:t>
            </a:r>
          </a:p>
          <a:p>
            <a:pPr algn="just"/>
            <a:r>
              <a:rPr lang="en-US" sz="1600" b="1">
                <a:solidFill>
                  <a:srgbClr val="1D2129"/>
                </a:solidFill>
              </a:rPr>
              <a:t>Probability transition function</a:t>
            </a:r>
            <a:r>
              <a:rPr lang="en-US" sz="1600">
                <a:solidFill>
                  <a:srgbClr val="1D2129"/>
                </a:solidFill>
              </a:rPr>
              <a:t>:</a:t>
            </a:r>
          </a:p>
          <a:p>
            <a:pPr algn="just"/>
            <a:endParaRPr lang="en-US" sz="1600">
              <a:solidFill>
                <a:srgbClr val="1D2129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3E8C983-3B39-DFAE-823E-63EA4F21A1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96" y="1398040"/>
            <a:ext cx="3263900" cy="32639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392703E-B9E4-916E-6E7B-E9E4DE7354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2297" y="3207605"/>
            <a:ext cx="2727614" cy="80118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FDE43F2-3053-C1B4-86D5-DF28469CB7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1841" y="3070205"/>
            <a:ext cx="2730000" cy="114774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5AA00BD-408F-4737-CC39-973B76E8ABD8}"/>
              </a:ext>
            </a:extLst>
          </p:cNvPr>
          <p:cNvSpPr txBox="1"/>
          <p:nvPr/>
        </p:nvSpPr>
        <p:spPr>
          <a:xfrm>
            <a:off x="4214552" y="4144894"/>
            <a:ext cx="748976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600" b="1">
                <a:solidFill>
                  <a:srgbClr val="1D2129"/>
                </a:solidFill>
              </a:rPr>
              <a:t>Reward</a:t>
            </a:r>
            <a:r>
              <a:rPr lang="en-US" sz="1600">
                <a:solidFill>
                  <a:srgbClr val="1D2129"/>
                </a:solidFill>
              </a:rPr>
              <a:t>: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E071573-754C-8C98-D4C8-8559661A3E8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9000"/>
          </a:blip>
          <a:stretch>
            <a:fillRect/>
          </a:stretch>
        </p:blipFill>
        <p:spPr>
          <a:xfrm>
            <a:off x="5333782" y="4264895"/>
            <a:ext cx="2413680" cy="241368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28F9C19-A385-9715-6DD5-5F795ABB3C75}"/>
              </a:ext>
            </a:extLst>
          </p:cNvPr>
          <p:cNvSpPr txBox="1"/>
          <p:nvPr/>
        </p:nvSpPr>
        <p:spPr>
          <a:xfrm>
            <a:off x="5478805" y="4388005"/>
            <a:ext cx="335348" cy="43088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200">
                <a:solidFill>
                  <a:srgbClr val="7030A0"/>
                </a:solidFill>
              </a:rPr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D5C77F2-AF8F-2CFA-D5C2-12056EE144C6}"/>
              </a:ext>
            </a:extLst>
          </p:cNvPr>
          <p:cNvSpPr txBox="1"/>
          <p:nvPr/>
        </p:nvSpPr>
        <p:spPr>
          <a:xfrm>
            <a:off x="6042501" y="4388004"/>
            <a:ext cx="335348" cy="43088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200">
                <a:solidFill>
                  <a:srgbClr val="7030A0"/>
                </a:solidFill>
              </a:rPr>
              <a:t>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FADB1EA-01F6-82A1-0DF3-912603B7A026}"/>
              </a:ext>
            </a:extLst>
          </p:cNvPr>
          <p:cNvSpPr txBox="1"/>
          <p:nvPr/>
        </p:nvSpPr>
        <p:spPr>
          <a:xfrm>
            <a:off x="6640633" y="4388003"/>
            <a:ext cx="335348" cy="43088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200">
                <a:solidFill>
                  <a:srgbClr val="7030A0"/>
                </a:solidFill>
              </a:rPr>
              <a:t>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850D0FE-A0B7-3835-A470-F7705BB0A4C3}"/>
              </a:ext>
            </a:extLst>
          </p:cNvPr>
          <p:cNvSpPr txBox="1"/>
          <p:nvPr/>
        </p:nvSpPr>
        <p:spPr>
          <a:xfrm>
            <a:off x="7238765" y="4388002"/>
            <a:ext cx="335348" cy="43088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200">
                <a:solidFill>
                  <a:srgbClr val="7030A0"/>
                </a:solidFill>
              </a:rPr>
              <a:t>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A64333C-DD84-0E93-F4E3-B4D6DD723E42}"/>
              </a:ext>
            </a:extLst>
          </p:cNvPr>
          <p:cNvSpPr txBox="1"/>
          <p:nvPr/>
        </p:nvSpPr>
        <p:spPr>
          <a:xfrm>
            <a:off x="5478805" y="4982402"/>
            <a:ext cx="335348" cy="43088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200">
                <a:solidFill>
                  <a:srgbClr val="7030A0"/>
                </a:solidFill>
              </a:rPr>
              <a:t>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EB93543-FBEC-2B51-69DB-93A8001104A0}"/>
              </a:ext>
            </a:extLst>
          </p:cNvPr>
          <p:cNvSpPr txBox="1"/>
          <p:nvPr/>
        </p:nvSpPr>
        <p:spPr>
          <a:xfrm>
            <a:off x="6647508" y="4938891"/>
            <a:ext cx="335348" cy="43088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200">
                <a:solidFill>
                  <a:srgbClr val="7030A0"/>
                </a:solidFill>
              </a:rPr>
              <a:t>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F8A53BC-E9BD-28B3-A783-05B9FFD08247}"/>
              </a:ext>
            </a:extLst>
          </p:cNvPr>
          <p:cNvSpPr txBox="1"/>
          <p:nvPr/>
        </p:nvSpPr>
        <p:spPr>
          <a:xfrm>
            <a:off x="5492327" y="5559876"/>
            <a:ext cx="335348" cy="43088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200">
                <a:solidFill>
                  <a:srgbClr val="7030A0"/>
                </a:solidFill>
              </a:rPr>
              <a:t>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EE9EB2D-F7E8-087F-EAA6-13EA6D3FC529}"/>
              </a:ext>
            </a:extLst>
          </p:cNvPr>
          <p:cNvSpPr txBox="1"/>
          <p:nvPr/>
        </p:nvSpPr>
        <p:spPr>
          <a:xfrm>
            <a:off x="6096000" y="5559876"/>
            <a:ext cx="335348" cy="43088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200">
                <a:solidFill>
                  <a:srgbClr val="7030A0"/>
                </a:solidFill>
              </a:rPr>
              <a:t>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C315BD9-39A0-F006-D9D3-0D7BCC319A87}"/>
              </a:ext>
            </a:extLst>
          </p:cNvPr>
          <p:cNvSpPr txBox="1"/>
          <p:nvPr/>
        </p:nvSpPr>
        <p:spPr>
          <a:xfrm>
            <a:off x="6684202" y="5559875"/>
            <a:ext cx="335348" cy="43088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200">
                <a:solidFill>
                  <a:srgbClr val="7030A0"/>
                </a:solidFill>
              </a:rPr>
              <a:t>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F60A139-F187-56A3-DE2E-BB924C59AFFF}"/>
              </a:ext>
            </a:extLst>
          </p:cNvPr>
          <p:cNvSpPr txBox="1"/>
          <p:nvPr/>
        </p:nvSpPr>
        <p:spPr>
          <a:xfrm>
            <a:off x="6667905" y="6180859"/>
            <a:ext cx="335348" cy="43088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200">
                <a:solidFill>
                  <a:srgbClr val="7030A0"/>
                </a:solidFill>
              </a:rPr>
              <a:t>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F447A59-64F8-2154-57A5-EBA11B22B500}"/>
              </a:ext>
            </a:extLst>
          </p:cNvPr>
          <p:cNvSpPr txBox="1"/>
          <p:nvPr/>
        </p:nvSpPr>
        <p:spPr>
          <a:xfrm>
            <a:off x="6096000" y="6180858"/>
            <a:ext cx="335348" cy="43088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200">
                <a:solidFill>
                  <a:srgbClr val="7030A0"/>
                </a:solidFill>
              </a:rPr>
              <a:t>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7571802-2792-FBAF-8ED0-95DB062F9268}"/>
              </a:ext>
            </a:extLst>
          </p:cNvPr>
          <p:cNvSpPr txBox="1"/>
          <p:nvPr/>
        </p:nvSpPr>
        <p:spPr>
          <a:xfrm>
            <a:off x="7218302" y="6257801"/>
            <a:ext cx="43162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chemeClr val="accent6">
                    <a:lumMod val="50000"/>
                  </a:schemeClr>
                </a:solidFill>
              </a:rPr>
              <a:t>+10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718F6FA-0AF6-F668-4FE2-62A7F11E0D99}"/>
              </a:ext>
            </a:extLst>
          </p:cNvPr>
          <p:cNvSpPr txBox="1"/>
          <p:nvPr/>
        </p:nvSpPr>
        <p:spPr>
          <a:xfrm>
            <a:off x="6015017" y="5025932"/>
            <a:ext cx="43162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C00000"/>
                </a:solidFill>
              </a:rPr>
              <a:t>-10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F789B84-50CD-548E-ED3C-3C0C89C74EBD}"/>
              </a:ext>
            </a:extLst>
          </p:cNvPr>
          <p:cNvSpPr txBox="1"/>
          <p:nvPr/>
        </p:nvSpPr>
        <p:spPr>
          <a:xfrm>
            <a:off x="7238765" y="5042474"/>
            <a:ext cx="43162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C00000"/>
                </a:solidFill>
              </a:rPr>
              <a:t>-10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AAA255B-6875-043A-5D73-AF897E084C9A}"/>
              </a:ext>
            </a:extLst>
          </p:cNvPr>
          <p:cNvSpPr txBox="1"/>
          <p:nvPr/>
        </p:nvSpPr>
        <p:spPr>
          <a:xfrm>
            <a:off x="7238765" y="5650137"/>
            <a:ext cx="43162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C00000"/>
                </a:solidFill>
              </a:rPr>
              <a:t>-10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F39F552-C462-AACC-6469-0F423F414D67}"/>
              </a:ext>
            </a:extLst>
          </p:cNvPr>
          <p:cNvSpPr txBox="1"/>
          <p:nvPr/>
        </p:nvSpPr>
        <p:spPr>
          <a:xfrm>
            <a:off x="5430666" y="6257800"/>
            <a:ext cx="43162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C00000"/>
                </a:solidFill>
              </a:rPr>
              <a:t>-10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E515BAEF-DCA2-D292-3B51-4891FC0E903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9000"/>
          </a:blip>
          <a:stretch>
            <a:fillRect/>
          </a:stretch>
        </p:blipFill>
        <p:spPr>
          <a:xfrm>
            <a:off x="8497039" y="4264895"/>
            <a:ext cx="2413680" cy="241368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712FADFD-9634-65D3-B0B5-47CCED783827}"/>
              </a:ext>
            </a:extLst>
          </p:cNvPr>
          <p:cNvSpPr txBox="1"/>
          <p:nvPr/>
        </p:nvSpPr>
        <p:spPr>
          <a:xfrm>
            <a:off x="8642062" y="4388005"/>
            <a:ext cx="335348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rgbClr val="7030A0"/>
                </a:solidFill>
              </a:rPr>
              <a:t>-1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0A4D1DE-7DD9-2906-E30B-AEF082F0DCC7}"/>
              </a:ext>
            </a:extLst>
          </p:cNvPr>
          <p:cNvSpPr txBox="1"/>
          <p:nvPr/>
        </p:nvSpPr>
        <p:spPr>
          <a:xfrm>
            <a:off x="10381559" y="6257801"/>
            <a:ext cx="43162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chemeClr val="accent6">
                    <a:lumMod val="50000"/>
                  </a:schemeClr>
                </a:solidFill>
              </a:rPr>
              <a:t>+10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23CEC89-C89A-0E55-6991-F5AB6101C6F5}"/>
              </a:ext>
            </a:extLst>
          </p:cNvPr>
          <p:cNvSpPr txBox="1"/>
          <p:nvPr/>
        </p:nvSpPr>
        <p:spPr>
          <a:xfrm>
            <a:off x="9178274" y="5025932"/>
            <a:ext cx="43162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C00000"/>
                </a:solidFill>
              </a:rPr>
              <a:t>-10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1A73494-CDAA-31E3-FF00-3D37E5816ED9}"/>
              </a:ext>
            </a:extLst>
          </p:cNvPr>
          <p:cNvSpPr txBox="1"/>
          <p:nvPr/>
        </p:nvSpPr>
        <p:spPr>
          <a:xfrm>
            <a:off x="10402022" y="5042474"/>
            <a:ext cx="43162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C00000"/>
                </a:solidFill>
              </a:rPr>
              <a:t>-10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91F753B-3559-C837-D491-32B64291ACC9}"/>
              </a:ext>
            </a:extLst>
          </p:cNvPr>
          <p:cNvSpPr txBox="1"/>
          <p:nvPr/>
        </p:nvSpPr>
        <p:spPr>
          <a:xfrm>
            <a:off x="10402022" y="5650137"/>
            <a:ext cx="43162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C00000"/>
                </a:solidFill>
              </a:rPr>
              <a:t>-10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BEDB281-7179-80EC-21FF-804330B74BF7}"/>
              </a:ext>
            </a:extLst>
          </p:cNvPr>
          <p:cNvSpPr txBox="1"/>
          <p:nvPr/>
        </p:nvSpPr>
        <p:spPr>
          <a:xfrm>
            <a:off x="8593923" y="6257800"/>
            <a:ext cx="43162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C00000"/>
                </a:solidFill>
              </a:rPr>
              <a:t>-10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EB5774D-B666-0255-C74D-C85DEDD07B14}"/>
              </a:ext>
            </a:extLst>
          </p:cNvPr>
          <p:cNvSpPr txBox="1"/>
          <p:nvPr/>
        </p:nvSpPr>
        <p:spPr>
          <a:xfrm>
            <a:off x="9250012" y="4397380"/>
            <a:ext cx="335348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rgbClr val="7030A0"/>
                </a:solidFill>
              </a:rPr>
              <a:t>-1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52167FD-2569-20CF-044E-C3926C56412A}"/>
              </a:ext>
            </a:extLst>
          </p:cNvPr>
          <p:cNvSpPr txBox="1"/>
          <p:nvPr/>
        </p:nvSpPr>
        <p:spPr>
          <a:xfrm>
            <a:off x="9814486" y="4397644"/>
            <a:ext cx="335348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rgbClr val="7030A0"/>
                </a:solidFill>
              </a:rPr>
              <a:t>-1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44B528F-8F65-308F-778C-12FC03EA72BC}"/>
              </a:ext>
            </a:extLst>
          </p:cNvPr>
          <p:cNvSpPr txBox="1"/>
          <p:nvPr/>
        </p:nvSpPr>
        <p:spPr>
          <a:xfrm>
            <a:off x="10429698" y="4419422"/>
            <a:ext cx="335348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rgbClr val="7030A0"/>
                </a:solidFill>
              </a:rPr>
              <a:t>-1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53C5984-D35D-369E-B8FA-F534A4023558}"/>
              </a:ext>
            </a:extLst>
          </p:cNvPr>
          <p:cNvSpPr txBox="1"/>
          <p:nvPr/>
        </p:nvSpPr>
        <p:spPr>
          <a:xfrm>
            <a:off x="9814486" y="5038069"/>
            <a:ext cx="335348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rgbClr val="7030A0"/>
                </a:solidFill>
              </a:rPr>
              <a:t>-1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70E9AB2-65F1-FC95-4143-44B73C506ED8}"/>
              </a:ext>
            </a:extLst>
          </p:cNvPr>
          <p:cNvSpPr txBox="1"/>
          <p:nvPr/>
        </p:nvSpPr>
        <p:spPr>
          <a:xfrm>
            <a:off x="9859560" y="5619359"/>
            <a:ext cx="335348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rgbClr val="7030A0"/>
                </a:solidFill>
              </a:rPr>
              <a:t>-1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F7D27AB-50C3-D539-9915-93D95082DBE7}"/>
              </a:ext>
            </a:extLst>
          </p:cNvPr>
          <p:cNvSpPr txBox="1"/>
          <p:nvPr/>
        </p:nvSpPr>
        <p:spPr>
          <a:xfrm>
            <a:off x="9177148" y="5614623"/>
            <a:ext cx="335348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rgbClr val="7030A0"/>
                </a:solidFill>
              </a:rPr>
              <a:t>-1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443A14B-B63F-C143-76C6-B74A3A8C0F21}"/>
              </a:ext>
            </a:extLst>
          </p:cNvPr>
          <p:cNvSpPr txBox="1"/>
          <p:nvPr/>
        </p:nvSpPr>
        <p:spPr>
          <a:xfrm>
            <a:off x="8634686" y="5621523"/>
            <a:ext cx="335348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rgbClr val="7030A0"/>
                </a:solidFill>
              </a:rPr>
              <a:t>-1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A7B522E-34C9-AE26-5BB8-B13B3088EA93}"/>
              </a:ext>
            </a:extLst>
          </p:cNvPr>
          <p:cNvSpPr txBox="1"/>
          <p:nvPr/>
        </p:nvSpPr>
        <p:spPr>
          <a:xfrm>
            <a:off x="8652490" y="5013562"/>
            <a:ext cx="335348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rgbClr val="7030A0"/>
                </a:solidFill>
              </a:rPr>
              <a:t>-1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B36BC4F-5F82-9777-F733-9BADCD25BA31}"/>
              </a:ext>
            </a:extLst>
          </p:cNvPr>
          <p:cNvSpPr txBox="1"/>
          <p:nvPr/>
        </p:nvSpPr>
        <p:spPr>
          <a:xfrm>
            <a:off x="9226413" y="6227022"/>
            <a:ext cx="335348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rgbClr val="7030A0"/>
                </a:solidFill>
              </a:rPr>
              <a:t>-1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2D7072B-17AD-F9A2-D354-FEA274C2D0D6}"/>
              </a:ext>
            </a:extLst>
          </p:cNvPr>
          <p:cNvSpPr txBox="1"/>
          <p:nvPr/>
        </p:nvSpPr>
        <p:spPr>
          <a:xfrm>
            <a:off x="9839097" y="6227021"/>
            <a:ext cx="335348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rgbClr val="7030A0"/>
                </a:solidFill>
              </a:rPr>
              <a:t>-1</a:t>
            </a:r>
          </a:p>
        </p:txBody>
      </p:sp>
      <p:sp>
        <p:nvSpPr>
          <p:cNvPr id="57" name="Content Placeholder 2">
            <a:extLst>
              <a:ext uri="{FF2B5EF4-FFF2-40B4-BE49-F238E27FC236}">
                <a16:creationId xmlns:a16="http://schemas.microsoft.com/office/drawing/2014/main" id="{9A169149-EF1C-5641-7B96-C1928E7E1346}"/>
              </a:ext>
            </a:extLst>
          </p:cNvPr>
          <p:cNvSpPr txBox="1">
            <a:spLocks/>
          </p:cNvSpPr>
          <p:nvPr/>
        </p:nvSpPr>
        <p:spPr>
          <a:xfrm>
            <a:off x="205466" y="4905672"/>
            <a:ext cx="4166376" cy="486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1800">
                <a:solidFill>
                  <a:srgbClr val="1D2129"/>
                </a:solidFill>
              </a:rPr>
              <a:t>Figure: Frozen Lake (Gym Environment)</a:t>
            </a:r>
          </a:p>
        </p:txBody>
      </p:sp>
    </p:spTree>
    <p:extLst>
      <p:ext uri="{BB962C8B-B14F-4D97-AF65-F5344CB8AC3E}">
        <p14:creationId xmlns:p14="http://schemas.microsoft.com/office/powerpoint/2010/main" val="1345397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25ADD-A808-D230-22E2-B1626374F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06E38-6255-8EA6-7024-F745742E4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881" y="165341"/>
            <a:ext cx="10515600" cy="838426"/>
          </a:xfrm>
        </p:spPr>
        <p:txBody>
          <a:bodyPr>
            <a:normAutofit fontScale="90000"/>
          </a:bodyPr>
          <a:lstStyle/>
          <a:p>
            <a:r>
              <a:rPr lang="en-GB" sz="3000"/>
              <a:t>Formulating Reinforcement Learning problem – Example 2 – Flappy Bird</a:t>
            </a:r>
          </a:p>
        </p:txBody>
      </p:sp>
      <p:sp>
        <p:nvSpPr>
          <p:cNvPr id="57" name="Content Placeholder 2">
            <a:extLst>
              <a:ext uri="{FF2B5EF4-FFF2-40B4-BE49-F238E27FC236}">
                <a16:creationId xmlns:a16="http://schemas.microsoft.com/office/drawing/2014/main" id="{EFD41689-8613-0E53-F09E-B83A89B259AC}"/>
              </a:ext>
            </a:extLst>
          </p:cNvPr>
          <p:cNvSpPr txBox="1">
            <a:spLocks/>
          </p:cNvSpPr>
          <p:nvPr/>
        </p:nvSpPr>
        <p:spPr>
          <a:xfrm>
            <a:off x="176891" y="5174521"/>
            <a:ext cx="4166376" cy="486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1800">
                <a:solidFill>
                  <a:srgbClr val="1D2129"/>
                </a:solidFill>
              </a:rPr>
              <a:t>Figure: Flappy Bird (Gym Environment)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63BD24-B87E-286B-E66C-A535106D4D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963" y="1029363"/>
            <a:ext cx="2336633" cy="411956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E54667D-4E05-F8BE-CC42-5130B8E2CFF9}"/>
              </a:ext>
            </a:extLst>
          </p:cNvPr>
          <p:cNvSpPr txBox="1"/>
          <p:nvPr/>
        </p:nvSpPr>
        <p:spPr>
          <a:xfrm>
            <a:off x="5000366" y="1969540"/>
            <a:ext cx="528663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000" b="1">
                <a:solidFill>
                  <a:srgbClr val="1D2129"/>
                </a:solidFill>
              </a:rPr>
              <a:t>How can we formulate states, actions, probability transition function and rewards?</a:t>
            </a:r>
            <a:endParaRPr lang="en-US" sz="3000">
              <a:solidFill>
                <a:srgbClr val="1D212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47995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AEBE3-A70B-B611-4FDA-A2B48F3FE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D8BC5-CFCB-6E78-88FD-CF604E5ED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881" y="165341"/>
            <a:ext cx="10515600" cy="838426"/>
          </a:xfrm>
        </p:spPr>
        <p:txBody>
          <a:bodyPr>
            <a:normAutofit fontScale="90000"/>
          </a:bodyPr>
          <a:lstStyle/>
          <a:p>
            <a:r>
              <a:rPr lang="en-GB" sz="3000"/>
              <a:t>Formulating Reinforcement Learning problem – Example 2 – Flappy Bird</a:t>
            </a:r>
          </a:p>
        </p:txBody>
      </p:sp>
      <p:sp>
        <p:nvSpPr>
          <p:cNvPr id="57" name="Content Placeholder 2">
            <a:extLst>
              <a:ext uri="{FF2B5EF4-FFF2-40B4-BE49-F238E27FC236}">
                <a16:creationId xmlns:a16="http://schemas.microsoft.com/office/drawing/2014/main" id="{6CD9AC82-1E2B-BA4F-54FD-F0C579C16B7A}"/>
              </a:ext>
            </a:extLst>
          </p:cNvPr>
          <p:cNvSpPr txBox="1">
            <a:spLocks/>
          </p:cNvSpPr>
          <p:nvPr/>
        </p:nvSpPr>
        <p:spPr>
          <a:xfrm>
            <a:off x="176891" y="5174521"/>
            <a:ext cx="4166376" cy="486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1800">
                <a:solidFill>
                  <a:srgbClr val="1D2129"/>
                </a:solidFill>
              </a:rPr>
              <a:t>Figure: Flappy Bird (Gym Environment)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B71BF9-912E-C6D8-9134-6AA1A52FB3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963" y="1029363"/>
            <a:ext cx="2336633" cy="411956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4993C67-F1EC-911F-CA33-6A10034ECCB1}"/>
              </a:ext>
            </a:extLst>
          </p:cNvPr>
          <p:cNvSpPr txBox="1"/>
          <p:nvPr/>
        </p:nvSpPr>
        <p:spPr>
          <a:xfrm>
            <a:off x="3743066" y="1003767"/>
            <a:ext cx="775837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b="1">
                <a:solidFill>
                  <a:srgbClr val="1D2129"/>
                </a:solidFill>
              </a:rPr>
              <a:t>States: </a:t>
            </a:r>
          </a:p>
          <a:p>
            <a:pPr algn="just"/>
            <a:endParaRPr lang="en-US" sz="2000">
              <a:solidFill>
                <a:srgbClr val="1D2129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47A10B1-ED48-6CC2-8FEE-7D4CC68F4B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4675" y="1357710"/>
            <a:ext cx="2958139" cy="326866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F32DCB7-C21E-DDBB-71CE-B74B7C6592F8}"/>
                  </a:ext>
                </a:extLst>
              </p:cNvPr>
              <p:cNvSpPr txBox="1"/>
              <p:nvPr/>
            </p:nvSpPr>
            <p:spPr>
              <a:xfrm>
                <a:off x="7792212" y="4883499"/>
                <a:ext cx="127791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000" i="0" smtClean="0">
                          <a:latin typeface="Cambria Math" panose="02040503050406030204" pitchFamily="18" charset="0"/>
                        </a:rPr>
                        <m:t>O</m:t>
                      </m:r>
                      <m:r>
                        <a:rPr lang="en-US" sz="1000" i="0" smtClean="0">
                          <a:latin typeface="Cambria Math" panose="02040503050406030204" pitchFamily="18" charset="0"/>
                        </a:rPr>
                        <m:t>1: 3</m:t>
                      </m:r>
                      <m:r>
                        <m:rPr>
                          <m:sty m:val="p"/>
                        </m:rPr>
                        <a:rPr lang="en-US" sz="1000" b="0" i="0" smtClean="0">
                          <a:latin typeface="Cambria Math" panose="02040503050406030204" pitchFamily="18" charset="0"/>
                        </a:rPr>
                        <m:t>th</m:t>
                      </m:r>
                      <m:r>
                        <a:rPr lang="en-US" sz="1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000" b="0" i="0" smtClean="0">
                          <a:latin typeface="Cambria Math" panose="02040503050406030204" pitchFamily="18" charset="0"/>
                        </a:rPr>
                        <m:t>pipe</m:t>
                      </m:r>
                    </m:oMath>
                  </m:oMathPara>
                </a14:m>
                <a:endParaRPr lang="en-US" sz="1000" b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000" b="0" i="0" smtClean="0">
                          <a:latin typeface="Cambria Math" panose="02040503050406030204" pitchFamily="18" charset="0"/>
                        </a:rPr>
                        <m:t>horizontal</m:t>
                      </m:r>
                      <m:r>
                        <a:rPr lang="en-US" sz="1000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000" b="0" i="0" smtClean="0">
                          <a:latin typeface="Cambria Math" panose="02040503050406030204" pitchFamily="18" charset="0"/>
                        </a:rPr>
                        <m:t>p</m:t>
                      </m:r>
                      <m:r>
                        <m:rPr>
                          <m:sty m:val="p"/>
                        </m:rPr>
                        <a:rPr lang="en-US" sz="1000" i="0">
                          <a:latin typeface="Cambria Math" panose="02040503050406030204" pitchFamily="18" charset="0"/>
                        </a:rPr>
                        <m:t>osition</m:t>
                      </m:r>
                    </m:oMath>
                  </m:oMathPara>
                </a14:m>
                <a:endParaRPr lang="en-US" sz="100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F32DCB7-C21E-DDBB-71CE-B74B7C6592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2212" y="4883499"/>
                <a:ext cx="1277914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955996F-D93A-4257-CE4C-41B6604890B5}"/>
                  </a:ext>
                </a:extLst>
              </p:cNvPr>
              <p:cNvSpPr txBox="1"/>
              <p:nvPr/>
            </p:nvSpPr>
            <p:spPr>
              <a:xfrm>
                <a:off x="8769438" y="1480820"/>
                <a:ext cx="1104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000" i="0" smtClean="0">
                          <a:latin typeface="Cambria Math" panose="02040503050406030204" pitchFamily="18" charset="0"/>
                        </a:rPr>
                        <m:t>O</m:t>
                      </m:r>
                      <m:r>
                        <a:rPr lang="en-US" sz="1000" b="0" i="0" smtClean="0">
                          <a:latin typeface="Cambria Math" panose="02040503050406030204" pitchFamily="18" charset="0"/>
                        </a:rPr>
                        <m:t>2:</m:t>
                      </m:r>
                      <m:r>
                        <a:rPr lang="en-US" sz="100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000" b="0" i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m:rPr>
                          <m:sty m:val="p"/>
                        </m:rPr>
                        <a:rPr lang="en-US" sz="1000" b="0" i="0" smtClean="0">
                          <a:latin typeface="Cambria Math" panose="02040503050406030204" pitchFamily="18" charset="0"/>
                        </a:rPr>
                        <m:t>th</m:t>
                      </m:r>
                      <m:r>
                        <a:rPr lang="en-US" sz="1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000" b="0" i="0" smtClean="0">
                          <a:latin typeface="Cambria Math" panose="02040503050406030204" pitchFamily="18" charset="0"/>
                        </a:rPr>
                        <m:t>top</m:t>
                      </m:r>
                      <m:r>
                        <a:rPr lang="en-US" sz="1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000" b="0" i="0" smtClean="0">
                          <a:latin typeface="Cambria Math" panose="02040503050406030204" pitchFamily="18" charset="0"/>
                        </a:rPr>
                        <m:t>pipe</m:t>
                      </m:r>
                    </m:oMath>
                  </m:oMathPara>
                </a14:m>
                <a:endParaRPr lang="en-US" sz="1000" b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000" i="0" smtClean="0">
                          <a:latin typeface="Cambria Math" panose="02040503050406030204" pitchFamily="18" charset="0"/>
                        </a:rPr>
                        <m:t>v</m:t>
                      </m:r>
                      <m:r>
                        <m:rPr>
                          <m:sty m:val="p"/>
                        </m:rPr>
                        <a:rPr lang="en-US" sz="1000" b="0" i="0" smtClean="0">
                          <a:latin typeface="Cambria Math" panose="02040503050406030204" pitchFamily="18" charset="0"/>
                        </a:rPr>
                        <m:t>ertical</m:t>
                      </m:r>
                      <m:r>
                        <a:rPr lang="en-US" sz="1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000" b="0" i="0" smtClean="0">
                          <a:latin typeface="Cambria Math" panose="02040503050406030204" pitchFamily="18" charset="0"/>
                        </a:rPr>
                        <m:t>position</m:t>
                      </m:r>
                    </m:oMath>
                  </m:oMathPara>
                </a14:m>
                <a:endParaRPr lang="en-US" sz="100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955996F-D93A-4257-CE4C-41B6604890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9438" y="1480820"/>
                <a:ext cx="1104790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6610792-9522-7F2F-FBEF-1C03ACEB23B7}"/>
                  </a:ext>
                </a:extLst>
              </p:cNvPr>
              <p:cNvSpPr txBox="1"/>
              <p:nvPr/>
            </p:nvSpPr>
            <p:spPr>
              <a:xfrm>
                <a:off x="8769438" y="2885238"/>
                <a:ext cx="133132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000" i="0" smtClean="0">
                          <a:latin typeface="Cambria Math" panose="02040503050406030204" pitchFamily="18" charset="0"/>
                        </a:rPr>
                        <m:t>O</m:t>
                      </m:r>
                      <m:r>
                        <a:rPr lang="en-US" sz="1000" b="0" i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1000" i="0" smtClean="0"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n-US" sz="1000" b="0" i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m:rPr>
                          <m:sty m:val="p"/>
                        </m:rPr>
                        <a:rPr lang="en-US" sz="1000" b="0" i="0" smtClean="0">
                          <a:latin typeface="Cambria Math" panose="02040503050406030204" pitchFamily="18" charset="0"/>
                        </a:rPr>
                        <m:t>th</m:t>
                      </m:r>
                      <m:r>
                        <a:rPr lang="en-US" sz="1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000" b="0" i="0" smtClean="0">
                          <a:latin typeface="Cambria Math" panose="02040503050406030204" pitchFamily="18" charset="0"/>
                        </a:rPr>
                        <m:t>bottom</m:t>
                      </m:r>
                      <m:r>
                        <a:rPr lang="en-US" sz="1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000" b="0" i="0" smtClean="0">
                          <a:latin typeface="Cambria Math" panose="02040503050406030204" pitchFamily="18" charset="0"/>
                        </a:rPr>
                        <m:t>pipe</m:t>
                      </m:r>
                    </m:oMath>
                  </m:oMathPara>
                </a14:m>
                <a:endParaRPr lang="en-US" sz="1000" b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000" i="0" smtClean="0">
                          <a:latin typeface="Cambria Math" panose="02040503050406030204" pitchFamily="18" charset="0"/>
                        </a:rPr>
                        <m:t>v</m:t>
                      </m:r>
                      <m:r>
                        <m:rPr>
                          <m:sty m:val="p"/>
                        </m:rPr>
                        <a:rPr lang="en-US" sz="1000" b="0" i="0" smtClean="0">
                          <a:latin typeface="Cambria Math" panose="02040503050406030204" pitchFamily="18" charset="0"/>
                        </a:rPr>
                        <m:t>ertical</m:t>
                      </m:r>
                      <m:r>
                        <a:rPr lang="en-US" sz="1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000" b="0" i="0" smtClean="0">
                          <a:latin typeface="Cambria Math" panose="02040503050406030204" pitchFamily="18" charset="0"/>
                        </a:rPr>
                        <m:t>position</m:t>
                      </m:r>
                    </m:oMath>
                  </m:oMathPara>
                </a14:m>
                <a:endParaRPr lang="en-US" sz="100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6610792-9522-7F2F-FBEF-1C03ACEB23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9438" y="2885238"/>
                <a:ext cx="1331326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26E8606-6153-729D-8F33-44DE512489A8}"/>
              </a:ext>
            </a:extLst>
          </p:cNvPr>
          <p:cNvCxnSpPr/>
          <p:nvPr/>
        </p:nvCxnSpPr>
        <p:spPr>
          <a:xfrm>
            <a:off x="8370277" y="4626372"/>
            <a:ext cx="0" cy="2571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70CD89A-3D74-6534-D6EE-B994EE806896}"/>
              </a:ext>
            </a:extLst>
          </p:cNvPr>
          <p:cNvCxnSpPr>
            <a:endCxn id="9" idx="1"/>
          </p:cNvCxnSpPr>
          <p:nvPr/>
        </p:nvCxnSpPr>
        <p:spPr>
          <a:xfrm flipV="1">
            <a:off x="8612814" y="1680875"/>
            <a:ext cx="156624" cy="307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AE485AC-FDAC-66A9-104E-ACCD5A343A21}"/>
              </a:ext>
            </a:extLst>
          </p:cNvPr>
          <p:cNvCxnSpPr/>
          <p:nvPr/>
        </p:nvCxnSpPr>
        <p:spPr>
          <a:xfrm>
            <a:off x="8444560" y="2992041"/>
            <a:ext cx="32487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5D08E7E-D66E-7B34-EE2A-A931D1F0F83E}"/>
                  </a:ext>
                </a:extLst>
              </p:cNvPr>
              <p:cNvSpPr txBox="1"/>
              <p:nvPr/>
            </p:nvSpPr>
            <p:spPr>
              <a:xfrm>
                <a:off x="5371169" y="4823493"/>
                <a:ext cx="127791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000" i="0" smtClean="0">
                          <a:latin typeface="Cambria Math" panose="02040503050406030204" pitchFamily="18" charset="0"/>
                        </a:rPr>
                        <m:t>O</m:t>
                      </m:r>
                      <m:r>
                        <a:rPr lang="en-US" sz="1000" b="0" i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1000" i="0" smtClean="0"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n-US" sz="1000" b="0" i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m:rPr>
                          <m:sty m:val="p"/>
                        </m:rPr>
                        <a:rPr lang="en-US" sz="1000" b="0" i="0" baseline="30000" smtClean="0">
                          <a:latin typeface="Cambria Math" panose="02040503050406030204" pitchFamily="18" charset="0"/>
                        </a:rPr>
                        <m:t>st</m:t>
                      </m:r>
                      <m:r>
                        <a:rPr lang="en-US" sz="1000" b="0" i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sty m:val="p"/>
                        </m:rPr>
                        <a:rPr lang="en-US" sz="1000" b="0" i="0" smtClean="0">
                          <a:latin typeface="Cambria Math" panose="02040503050406030204" pitchFamily="18" charset="0"/>
                        </a:rPr>
                        <m:t>pipe</m:t>
                      </m:r>
                    </m:oMath>
                  </m:oMathPara>
                </a14:m>
                <a:endParaRPr lang="en-US" sz="1000" b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000" b="0" i="0" smtClean="0">
                          <a:latin typeface="Cambria Math" panose="02040503050406030204" pitchFamily="18" charset="0"/>
                        </a:rPr>
                        <m:t>horizontal</m:t>
                      </m:r>
                      <m:r>
                        <a:rPr lang="en-US" sz="1000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000" b="0" i="0" smtClean="0">
                          <a:latin typeface="Cambria Math" panose="02040503050406030204" pitchFamily="18" charset="0"/>
                        </a:rPr>
                        <m:t>p</m:t>
                      </m:r>
                      <m:r>
                        <m:rPr>
                          <m:sty m:val="p"/>
                        </m:rPr>
                        <a:rPr lang="en-US" sz="1000" i="0">
                          <a:latin typeface="Cambria Math" panose="02040503050406030204" pitchFamily="18" charset="0"/>
                        </a:rPr>
                        <m:t>osition</m:t>
                      </m:r>
                    </m:oMath>
                  </m:oMathPara>
                </a14:m>
                <a:endParaRPr lang="en-US" sz="100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5D08E7E-D66E-7B34-EE2A-A931D1F0F8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1169" y="4823493"/>
                <a:ext cx="1277914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FFE109C-221B-6A38-A921-9B605081DD15}"/>
              </a:ext>
            </a:extLst>
          </p:cNvPr>
          <p:cNvCxnSpPr/>
          <p:nvPr/>
        </p:nvCxnSpPr>
        <p:spPr>
          <a:xfrm>
            <a:off x="6144910" y="4630111"/>
            <a:ext cx="0" cy="2571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9D8D47A-93D4-F609-E83F-7E82A82448F4}"/>
                  </a:ext>
                </a:extLst>
              </p:cNvPr>
              <p:cNvSpPr txBox="1"/>
              <p:nvPr/>
            </p:nvSpPr>
            <p:spPr>
              <a:xfrm>
                <a:off x="3855331" y="2380457"/>
                <a:ext cx="109863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000" i="0" smtClean="0">
                          <a:latin typeface="Cambria Math" panose="02040503050406030204" pitchFamily="18" charset="0"/>
                        </a:rPr>
                        <m:t>O</m:t>
                      </m:r>
                      <m:r>
                        <a:rPr lang="en-US" sz="1000" b="0" i="0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sz="1000" i="0" smtClean="0"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n-US" sz="1000" b="0" i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m:rPr>
                          <m:sty m:val="p"/>
                        </m:rPr>
                        <a:rPr lang="en-US" sz="1000" b="0" i="0" baseline="30000" smtClean="0">
                          <a:latin typeface="Cambria Math" panose="02040503050406030204" pitchFamily="18" charset="0"/>
                        </a:rPr>
                        <m:t>st</m:t>
                      </m:r>
                      <m:r>
                        <a:rPr lang="en-US" sz="1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000" b="0" i="0" smtClean="0">
                          <a:latin typeface="Cambria Math" panose="02040503050406030204" pitchFamily="18" charset="0"/>
                        </a:rPr>
                        <m:t>top</m:t>
                      </m:r>
                      <m:r>
                        <a:rPr lang="en-US" sz="1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000" b="0" i="0" smtClean="0">
                          <a:latin typeface="Cambria Math" panose="02040503050406030204" pitchFamily="18" charset="0"/>
                        </a:rPr>
                        <m:t>pipe</m:t>
                      </m:r>
                    </m:oMath>
                  </m:oMathPara>
                </a14:m>
                <a:endParaRPr lang="en-US" sz="1000" b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000" i="0" smtClean="0">
                          <a:latin typeface="Cambria Math" panose="02040503050406030204" pitchFamily="18" charset="0"/>
                        </a:rPr>
                        <m:t>v</m:t>
                      </m:r>
                      <m:r>
                        <m:rPr>
                          <m:sty m:val="p"/>
                        </m:rPr>
                        <a:rPr lang="en-US" sz="1000" b="0" i="0" smtClean="0">
                          <a:latin typeface="Cambria Math" panose="02040503050406030204" pitchFamily="18" charset="0"/>
                        </a:rPr>
                        <m:t>ertical</m:t>
                      </m:r>
                      <m:r>
                        <a:rPr lang="en-US" sz="1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000" b="0" i="0" smtClean="0">
                          <a:latin typeface="Cambria Math" panose="02040503050406030204" pitchFamily="18" charset="0"/>
                        </a:rPr>
                        <m:t>position</m:t>
                      </m:r>
                    </m:oMath>
                  </m:oMathPara>
                </a14:m>
                <a:endParaRPr lang="en-US" sz="100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9D8D47A-93D4-F609-E83F-7E82A82448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5331" y="2380457"/>
                <a:ext cx="1098634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7640A18-3F2F-5854-880E-B5CD77F895F6}"/>
                  </a:ext>
                </a:extLst>
              </p:cNvPr>
              <p:cNvSpPr txBox="1"/>
              <p:nvPr/>
            </p:nvSpPr>
            <p:spPr>
              <a:xfrm>
                <a:off x="3794125" y="3681864"/>
                <a:ext cx="112774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000" i="0" smtClean="0">
                          <a:latin typeface="Cambria Math" panose="02040503050406030204" pitchFamily="18" charset="0"/>
                        </a:rPr>
                        <m:t>O</m:t>
                      </m:r>
                      <m:r>
                        <a:rPr lang="en-US" sz="1000" b="0" i="0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sz="1000" i="0" smtClean="0"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n-US" sz="1000" b="0" i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m:rPr>
                          <m:sty m:val="p"/>
                        </m:rPr>
                        <a:rPr lang="en-US" sz="1000" b="0" i="0" baseline="30000" smtClean="0">
                          <a:latin typeface="Cambria Math" panose="02040503050406030204" pitchFamily="18" charset="0"/>
                        </a:rPr>
                        <m:t>st</m:t>
                      </m:r>
                      <m:r>
                        <a:rPr lang="en-US" sz="1000" b="0" i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sty m:val="p"/>
                        </m:rPr>
                        <a:rPr lang="en-US" sz="1000" b="0" i="0" smtClean="0">
                          <a:latin typeface="Cambria Math" panose="02040503050406030204" pitchFamily="18" charset="0"/>
                        </a:rPr>
                        <m:t>top</m:t>
                      </m:r>
                      <m:r>
                        <a:rPr lang="en-US" sz="1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000" b="0" i="0" smtClean="0">
                          <a:latin typeface="Cambria Math" panose="02040503050406030204" pitchFamily="18" charset="0"/>
                        </a:rPr>
                        <m:t>pipe</m:t>
                      </m:r>
                    </m:oMath>
                  </m:oMathPara>
                </a14:m>
                <a:endParaRPr lang="en-US" sz="1000" b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000" i="0" smtClean="0">
                          <a:latin typeface="Cambria Math" panose="02040503050406030204" pitchFamily="18" charset="0"/>
                        </a:rPr>
                        <m:t>v</m:t>
                      </m:r>
                      <m:r>
                        <m:rPr>
                          <m:sty m:val="p"/>
                        </m:rPr>
                        <a:rPr lang="en-US" sz="1000" b="0" i="0" smtClean="0">
                          <a:latin typeface="Cambria Math" panose="02040503050406030204" pitchFamily="18" charset="0"/>
                        </a:rPr>
                        <m:t>ertical</m:t>
                      </m:r>
                      <m:r>
                        <a:rPr lang="en-US" sz="1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000" b="0" i="0" smtClean="0">
                          <a:latin typeface="Cambria Math" panose="02040503050406030204" pitchFamily="18" charset="0"/>
                        </a:rPr>
                        <m:t>position</m:t>
                      </m:r>
                    </m:oMath>
                  </m:oMathPara>
                </a14:m>
                <a:endParaRPr lang="en-US" sz="100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7640A18-3F2F-5854-880E-B5CD77F895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4125" y="3681864"/>
                <a:ext cx="1127745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96F9CC8-C875-E52F-7EAB-713EC5FE15BD}"/>
              </a:ext>
            </a:extLst>
          </p:cNvPr>
          <p:cNvCxnSpPr/>
          <p:nvPr/>
        </p:nvCxnSpPr>
        <p:spPr>
          <a:xfrm flipH="1">
            <a:off x="5218205" y="2723103"/>
            <a:ext cx="54954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E1AA289-1B77-FB7E-B298-D8A53F7A25E3}"/>
              </a:ext>
            </a:extLst>
          </p:cNvPr>
          <p:cNvCxnSpPr>
            <a:endCxn id="20" idx="3"/>
          </p:cNvCxnSpPr>
          <p:nvPr/>
        </p:nvCxnSpPr>
        <p:spPr>
          <a:xfrm flipH="1" flipV="1">
            <a:off x="4921870" y="3881919"/>
            <a:ext cx="732805" cy="307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A60C168-0248-C2F0-E084-0A6C1E29C479}"/>
                  </a:ext>
                </a:extLst>
              </p:cNvPr>
              <p:cNvSpPr txBox="1"/>
              <p:nvPr/>
            </p:nvSpPr>
            <p:spPr>
              <a:xfrm>
                <a:off x="6649083" y="4883499"/>
                <a:ext cx="127791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000" i="0" smtClean="0">
                          <a:latin typeface="Cambria Math" panose="02040503050406030204" pitchFamily="18" charset="0"/>
                        </a:rPr>
                        <m:t>O</m:t>
                      </m:r>
                      <m:r>
                        <a:rPr lang="en-US" sz="1000" b="0" i="0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US" sz="1000" i="0" smtClean="0"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n-US" sz="1000" b="0" i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m:rPr>
                          <m:sty m:val="p"/>
                        </m:rPr>
                        <a:rPr lang="en-US" sz="1000" b="0" i="0" baseline="30000" smtClean="0">
                          <a:latin typeface="Cambria Math" panose="02040503050406030204" pitchFamily="18" charset="0"/>
                        </a:rPr>
                        <m:t>nd</m:t>
                      </m:r>
                      <m:r>
                        <a:rPr lang="en-US" sz="1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000" b="0" i="0" smtClean="0">
                          <a:latin typeface="Cambria Math" panose="02040503050406030204" pitchFamily="18" charset="0"/>
                        </a:rPr>
                        <m:t>pipe</m:t>
                      </m:r>
                    </m:oMath>
                  </m:oMathPara>
                </a14:m>
                <a:endParaRPr lang="en-US" sz="1000" b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000" b="0" i="0" smtClean="0">
                          <a:latin typeface="Cambria Math" panose="02040503050406030204" pitchFamily="18" charset="0"/>
                        </a:rPr>
                        <m:t>horizontal</m:t>
                      </m:r>
                      <m:r>
                        <a:rPr lang="en-US" sz="1000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000" b="0" i="0" smtClean="0">
                          <a:latin typeface="Cambria Math" panose="02040503050406030204" pitchFamily="18" charset="0"/>
                        </a:rPr>
                        <m:t>p</m:t>
                      </m:r>
                      <m:r>
                        <m:rPr>
                          <m:sty m:val="p"/>
                        </m:rPr>
                        <a:rPr lang="en-US" sz="1000" i="0">
                          <a:latin typeface="Cambria Math" panose="02040503050406030204" pitchFamily="18" charset="0"/>
                        </a:rPr>
                        <m:t>osition</m:t>
                      </m:r>
                    </m:oMath>
                  </m:oMathPara>
                </a14:m>
                <a:endParaRPr lang="en-US" sz="1000"/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A60C168-0248-C2F0-E084-0A6C1E29C4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9083" y="4883499"/>
                <a:ext cx="1277914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DDD1C33-9FE1-0B69-9E66-831542FA949F}"/>
              </a:ext>
            </a:extLst>
          </p:cNvPr>
          <p:cNvCxnSpPr/>
          <p:nvPr/>
        </p:nvCxnSpPr>
        <p:spPr>
          <a:xfrm>
            <a:off x="7547987" y="4640160"/>
            <a:ext cx="0" cy="2571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8D02D10-16FB-C714-8A6D-6C0FD30780F8}"/>
                  </a:ext>
                </a:extLst>
              </p:cNvPr>
              <p:cNvSpPr txBox="1"/>
              <p:nvPr/>
            </p:nvSpPr>
            <p:spPr>
              <a:xfrm>
                <a:off x="3855331" y="3151506"/>
                <a:ext cx="100269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00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000" b="0" i="0" smtClean="0">
                        <a:latin typeface="Cambria Math" panose="02040503050406030204" pitchFamily="18" charset="0"/>
                      </a:rPr>
                      <m:t>0:</m:t>
                    </m:r>
                    <m:r>
                      <a:rPr lang="en-US" sz="100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000" b="0" i="1" smtClean="0">
                        <a:latin typeface="Cambria Math" panose="02040503050406030204" pitchFamily="18" charset="0"/>
                      </a:rPr>
                      <m:t>Bird</m:t>
                    </m:r>
                    <m:r>
                      <a:rPr lang="en-US" sz="1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000" b="0" i="1" smtClean="0">
                        <a:latin typeface="Cambria Math" panose="02040503050406030204" pitchFamily="18" charset="0"/>
                      </a:rPr>
                      <m:t>vertical</m:t>
                    </m:r>
                  </m:oMath>
                </a14:m>
                <a:r>
                  <a:rPr lang="en-US" sz="1000"/>
                  <a:t> position</a:t>
                </a:r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8D02D10-16FB-C714-8A6D-6C0FD30780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5331" y="3151506"/>
                <a:ext cx="1002692" cy="400110"/>
              </a:xfrm>
              <a:prstGeom prst="rect">
                <a:avLst/>
              </a:prstGeom>
              <a:blipFill>
                <a:blip r:embed="rId12"/>
                <a:stretch>
                  <a:fillRect r="-3636" b="-75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0552FA7-9750-395F-0A2D-A23B75F6B052}"/>
                  </a:ext>
                </a:extLst>
              </p:cNvPr>
              <p:cNvSpPr txBox="1"/>
              <p:nvPr/>
            </p:nvSpPr>
            <p:spPr>
              <a:xfrm>
                <a:off x="10396648" y="4081974"/>
                <a:ext cx="131369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000" i="0" smtClean="0">
                          <a:latin typeface="Cambria Math" panose="02040503050406030204" pitchFamily="18" charset="0"/>
                        </a:rPr>
                        <m:t>O</m:t>
                      </m:r>
                      <m:r>
                        <a:rPr lang="en-US" sz="1000" b="0" i="0" smtClean="0">
                          <a:latin typeface="Cambria Math" panose="02040503050406030204" pitchFamily="18" charset="0"/>
                        </a:rPr>
                        <m:t>9: 2</m:t>
                      </m:r>
                      <m:r>
                        <m:rPr>
                          <m:sty m:val="p"/>
                        </m:rPr>
                        <a:rPr lang="en-US" sz="1000" b="0" i="0" baseline="30000" smtClean="0">
                          <a:latin typeface="Cambria Math" panose="02040503050406030204" pitchFamily="18" charset="0"/>
                        </a:rPr>
                        <m:t>nd</m:t>
                      </m:r>
                      <m:r>
                        <a:rPr lang="en-US" sz="1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000" b="0" i="0" smtClean="0">
                          <a:latin typeface="Cambria Math" panose="02040503050406030204" pitchFamily="18" charset="0"/>
                        </a:rPr>
                        <m:t>bottom</m:t>
                      </m:r>
                      <m:r>
                        <a:rPr lang="en-US" sz="1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000" b="0" i="0" smtClean="0">
                          <a:latin typeface="Cambria Math" panose="02040503050406030204" pitchFamily="18" charset="0"/>
                        </a:rPr>
                        <m:t>pipe</m:t>
                      </m:r>
                    </m:oMath>
                  </m:oMathPara>
                </a14:m>
                <a:endParaRPr lang="en-US" sz="1000" b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000" i="0" smtClean="0">
                          <a:latin typeface="Cambria Math" panose="02040503050406030204" pitchFamily="18" charset="0"/>
                        </a:rPr>
                        <m:t>v</m:t>
                      </m:r>
                      <m:r>
                        <m:rPr>
                          <m:sty m:val="p"/>
                        </m:rPr>
                        <a:rPr lang="en-US" sz="1000" b="0" i="0" smtClean="0">
                          <a:latin typeface="Cambria Math" panose="02040503050406030204" pitchFamily="18" charset="0"/>
                        </a:rPr>
                        <m:t>ertical</m:t>
                      </m:r>
                      <m:r>
                        <a:rPr lang="en-US" sz="1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000" b="0" i="0" smtClean="0">
                          <a:latin typeface="Cambria Math" panose="02040503050406030204" pitchFamily="18" charset="0"/>
                        </a:rPr>
                        <m:t>position</m:t>
                      </m:r>
                    </m:oMath>
                  </m:oMathPara>
                </a14:m>
                <a:endParaRPr lang="en-US" sz="1000"/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0552FA7-9750-395F-0A2D-A23B75F6B0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96648" y="4081974"/>
                <a:ext cx="1313693" cy="400110"/>
              </a:xfrm>
              <a:prstGeom prst="rect">
                <a:avLst/>
              </a:prstGeom>
              <a:blipFill>
                <a:blip r:embed="rId13"/>
                <a:stretch>
                  <a:fillRect b="-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655AD80-708A-F3A5-9BC0-31E82F3F7D69}"/>
              </a:ext>
            </a:extLst>
          </p:cNvPr>
          <p:cNvCxnSpPr>
            <a:cxnSpLocks/>
            <a:endCxn id="29" idx="1"/>
          </p:cNvCxnSpPr>
          <p:nvPr/>
        </p:nvCxnSpPr>
        <p:spPr>
          <a:xfrm>
            <a:off x="7843333" y="4282029"/>
            <a:ext cx="255331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53B24BE-0290-5558-FDFD-C627FCBB061F}"/>
              </a:ext>
            </a:extLst>
          </p:cNvPr>
          <p:cNvCxnSpPr>
            <a:cxnSpLocks/>
          </p:cNvCxnSpPr>
          <p:nvPr/>
        </p:nvCxnSpPr>
        <p:spPr>
          <a:xfrm>
            <a:off x="7843332" y="3285348"/>
            <a:ext cx="255331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84F87EE-9B97-A6FF-CD81-1264C6303B21}"/>
              </a:ext>
            </a:extLst>
          </p:cNvPr>
          <p:cNvCxnSpPr>
            <a:cxnSpLocks/>
          </p:cNvCxnSpPr>
          <p:nvPr/>
        </p:nvCxnSpPr>
        <p:spPr>
          <a:xfrm flipH="1" flipV="1">
            <a:off x="4992389" y="3289448"/>
            <a:ext cx="1017737" cy="153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8EFC4FF6-3302-B616-31A1-6D09BB96F0B7}"/>
                  </a:ext>
                </a:extLst>
              </p:cNvPr>
              <p:cNvSpPr txBox="1"/>
              <p:nvPr/>
            </p:nvSpPr>
            <p:spPr>
              <a:xfrm>
                <a:off x="3306596" y="2851877"/>
                <a:ext cx="1002692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000">
                          <a:latin typeface="Cambria Math" panose="02040503050406030204" pitchFamily="18" charset="0"/>
                        </a:rPr>
                        <m:t>O</m:t>
                      </m:r>
                      <m:r>
                        <a:rPr lang="en-US" sz="100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1000" b="0" i="0" smtClean="0">
                          <a:latin typeface="Cambria Math" panose="02040503050406030204" pitchFamily="18" charset="0"/>
                        </a:rPr>
                        <m:t>1:</m:t>
                      </m:r>
                      <m:r>
                        <a:rPr lang="en-US" sz="100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000" b="0" i="1" smtClean="0">
                          <a:latin typeface="Cambria Math" panose="02040503050406030204" pitchFamily="18" charset="0"/>
                        </a:rPr>
                        <m:t>Bird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000" b="0" i="1" smtClean="0">
                          <a:latin typeface="Cambria Math" panose="02040503050406030204" pitchFamily="18" charset="0"/>
                        </a:rPr>
                        <m:t>velocity</m:t>
                      </m:r>
                    </m:oMath>
                  </m:oMathPara>
                </a14:m>
                <a:endParaRPr lang="en-US" sz="1000"/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8EFC4FF6-3302-B616-31A1-6D09BB96F0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6596" y="2851877"/>
                <a:ext cx="1002692" cy="246221"/>
              </a:xfrm>
              <a:prstGeom prst="rect">
                <a:avLst/>
              </a:prstGeom>
              <a:blipFill>
                <a:blip r:embed="rId14"/>
                <a:stretch>
                  <a:fillRect r="-14545" b="-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B2B80EED-A0FD-2BDC-B475-19D17B7F743C}"/>
                  </a:ext>
                </a:extLst>
              </p:cNvPr>
              <p:cNvSpPr txBox="1"/>
              <p:nvPr/>
            </p:nvSpPr>
            <p:spPr>
              <a:xfrm>
                <a:off x="3306596" y="3469858"/>
                <a:ext cx="1002692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000">
                          <a:latin typeface="Cambria Math" panose="02040503050406030204" pitchFamily="18" charset="0"/>
                        </a:rPr>
                        <m:t>O</m:t>
                      </m:r>
                      <m:r>
                        <a:rPr lang="en-US" sz="1000" b="0" i="0" smtClean="0">
                          <a:latin typeface="Cambria Math" panose="02040503050406030204" pitchFamily="18" charset="0"/>
                        </a:rPr>
                        <m:t>12:</m:t>
                      </m:r>
                      <m:r>
                        <a:rPr lang="en-US" sz="100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000" b="0" i="1" smtClean="0">
                          <a:latin typeface="Cambria Math" panose="02040503050406030204" pitchFamily="18" charset="0"/>
                        </a:rPr>
                        <m:t>Bird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000" b="0" i="1" smtClean="0">
                          <a:latin typeface="Cambria Math" panose="02040503050406030204" pitchFamily="18" charset="0"/>
                        </a:rPr>
                        <m:t>rotation</m:t>
                      </m:r>
                    </m:oMath>
                  </m:oMathPara>
                </a14:m>
                <a:endParaRPr lang="en-US" sz="1000"/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B2B80EED-A0FD-2BDC-B475-19D17B7F74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6596" y="3469858"/>
                <a:ext cx="1002692" cy="246221"/>
              </a:xfrm>
              <a:prstGeom prst="rect">
                <a:avLst/>
              </a:prstGeom>
              <a:blipFill>
                <a:blip r:embed="rId15"/>
                <a:stretch>
                  <a:fillRect r="-1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2AD6FF0-4ED5-7988-98E9-28634EA26375}"/>
                  </a:ext>
                </a:extLst>
              </p:cNvPr>
              <p:cNvSpPr txBox="1"/>
              <p:nvPr/>
            </p:nvSpPr>
            <p:spPr>
              <a:xfrm>
                <a:off x="4223343" y="5475103"/>
                <a:ext cx="375763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i="1" smtClean="0">
                          <a:latin typeface="Cambria Math" panose="02040503050406030204" pitchFamily="18" charset="0"/>
                        </a:rPr>
                        <m:t>O</m:t>
                      </m:r>
                      <m:r>
                        <m:rPr>
                          <m:sty m:val="p"/>
                        </m:rPr>
                        <a:rPr lang="en-US" sz="2000" b="0" i="1" smtClean="0">
                          <a:latin typeface="Cambria Math" panose="02040503050406030204" pitchFamily="18" charset="0"/>
                        </a:rPr>
                        <m:t>bservation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= [</m:t>
                      </m:r>
                      <m:r>
                        <m:rPr>
                          <m:sty m:val="p"/>
                        </m:rPr>
                        <a:rPr lang="en-US" sz="2000" b="0" i="1" smtClean="0">
                          <a:latin typeface="Cambria Math" panose="02040503050406030204" pitchFamily="18" charset="0"/>
                        </a:rPr>
                        <m:t>O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1, </m:t>
                      </m:r>
                      <m:r>
                        <m:rPr>
                          <m:sty m:val="p"/>
                        </m:rPr>
                        <a:rPr lang="en-US" sz="2000" b="0" i="1" smtClean="0">
                          <a:latin typeface="Cambria Math" panose="02040503050406030204" pitchFamily="18" charset="0"/>
                        </a:rPr>
                        <m:t>O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1,… </m:t>
                      </m:r>
                      <m:r>
                        <m:rPr>
                          <m:sty m:val="p"/>
                        </m:rPr>
                        <a:rPr lang="en-US" sz="2000" b="0" i="1" smtClean="0">
                          <a:latin typeface="Cambria Math" panose="02040503050406030204" pitchFamily="18" charset="0"/>
                        </a:rPr>
                        <m:t>O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12]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2AD6FF0-4ED5-7988-98E9-28634EA263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3343" y="5475103"/>
                <a:ext cx="3757632" cy="400110"/>
              </a:xfrm>
              <a:prstGeom prst="rect">
                <a:avLst/>
              </a:prstGeom>
              <a:blipFill>
                <a:blip r:embed="rId16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424837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74622-FF2F-2061-AA08-9C69DE161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8AFEC-E228-F442-0FF8-D0737BF5D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881" y="165341"/>
            <a:ext cx="10515600" cy="838426"/>
          </a:xfrm>
        </p:spPr>
        <p:txBody>
          <a:bodyPr>
            <a:normAutofit fontScale="90000"/>
          </a:bodyPr>
          <a:lstStyle/>
          <a:p>
            <a:r>
              <a:rPr lang="en-GB" sz="3000"/>
              <a:t>Formulating Reinforcement Learning problem – Example 2 – Flappy Bird</a:t>
            </a:r>
          </a:p>
        </p:txBody>
      </p:sp>
      <p:sp>
        <p:nvSpPr>
          <p:cNvPr id="57" name="Content Placeholder 2">
            <a:extLst>
              <a:ext uri="{FF2B5EF4-FFF2-40B4-BE49-F238E27FC236}">
                <a16:creationId xmlns:a16="http://schemas.microsoft.com/office/drawing/2014/main" id="{18044E6D-9FFB-B730-0CF8-F6E8041F26F1}"/>
              </a:ext>
            </a:extLst>
          </p:cNvPr>
          <p:cNvSpPr txBox="1">
            <a:spLocks/>
          </p:cNvSpPr>
          <p:nvPr/>
        </p:nvSpPr>
        <p:spPr>
          <a:xfrm>
            <a:off x="176891" y="5174521"/>
            <a:ext cx="4166376" cy="486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1800">
                <a:solidFill>
                  <a:srgbClr val="1D2129"/>
                </a:solidFill>
              </a:rPr>
              <a:t>Figure: Flappy Bird (Gym Environment)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A07221-DC63-8B36-0999-AE7A130CF9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963" y="1029363"/>
            <a:ext cx="2336633" cy="411956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AC73E3B-22C3-B585-F287-7E1B025E3CF7}"/>
              </a:ext>
            </a:extLst>
          </p:cNvPr>
          <p:cNvSpPr txBox="1"/>
          <p:nvPr/>
        </p:nvSpPr>
        <p:spPr>
          <a:xfrm>
            <a:off x="3883743" y="1496136"/>
            <a:ext cx="775837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b="1">
                <a:solidFill>
                  <a:srgbClr val="1D2129"/>
                </a:solidFill>
              </a:rPr>
              <a:t>Action: tab/do nothing</a:t>
            </a:r>
          </a:p>
          <a:p>
            <a:pPr algn="just"/>
            <a:r>
              <a:rPr lang="en-US" sz="2000" b="1">
                <a:solidFill>
                  <a:srgbClr val="1D2129"/>
                </a:solidFill>
              </a:rPr>
              <a:t>State transition function:</a:t>
            </a:r>
          </a:p>
          <a:p>
            <a:pPr marL="285750" indent="-285750" algn="just">
              <a:buFontTx/>
              <a:buChar char="-"/>
            </a:pPr>
            <a:r>
              <a:rPr lang="en-US" sz="1200">
                <a:solidFill>
                  <a:srgbClr val="1D2129"/>
                </a:solidFill>
              </a:rPr>
              <a:t>Action effect: If the agent chooses flap, the bird gains upward velocity. </a:t>
            </a:r>
          </a:p>
          <a:p>
            <a:pPr marL="285750" indent="-285750" algn="just">
              <a:buFontTx/>
              <a:buChar char="-"/>
            </a:pPr>
            <a:r>
              <a:rPr lang="en-US" sz="1200">
                <a:solidFill>
                  <a:srgbClr val="1D2129"/>
                </a:solidFill>
              </a:rPr>
              <a:t>Player dynamics: The bird’s position, velocity, and rotation are updated based on gravity and previous motion. </a:t>
            </a:r>
          </a:p>
          <a:p>
            <a:pPr marL="285750" indent="-285750" algn="just">
              <a:buFontTx/>
              <a:buChar char="-"/>
            </a:pPr>
            <a:r>
              <a:rPr lang="en-US" sz="1200">
                <a:solidFill>
                  <a:srgbClr val="1D2129"/>
                </a:solidFill>
              </a:rPr>
              <a:t>Pipe dynamics: Pipes move left continuously; new pipes are generated when old ones leave the screen. </a:t>
            </a:r>
          </a:p>
          <a:p>
            <a:pPr marL="285750" indent="-285750" algn="just">
              <a:buFontTx/>
              <a:buChar char="-"/>
            </a:pPr>
            <a:r>
              <a:rPr lang="en-US" sz="1200">
                <a:solidFill>
                  <a:srgbClr val="1D2129"/>
                </a:solidFill>
              </a:rPr>
              <a:t>Scoring: The score increases when the bird successfully passes a pipe. </a:t>
            </a:r>
          </a:p>
          <a:p>
            <a:pPr marL="285750" indent="-285750" algn="just">
              <a:buFontTx/>
              <a:buChar char="-"/>
            </a:pPr>
            <a:r>
              <a:rPr lang="en-US" sz="1200">
                <a:solidFill>
                  <a:srgbClr val="1D2129"/>
                </a:solidFill>
              </a:rPr>
              <a:t>Collision check: The episode ends if the bird hits the ground or a pipe. </a:t>
            </a:r>
          </a:p>
          <a:p>
            <a:pPr marL="285750" indent="-285750" algn="just">
              <a:buFontTx/>
              <a:buChar char="-"/>
            </a:pPr>
            <a:r>
              <a:rPr lang="en-US" sz="1200">
                <a:solidFill>
                  <a:srgbClr val="1D2129"/>
                </a:solidFill>
              </a:rPr>
              <a:t>Observation update: A new 12-dimensional state is returned based on updated positions.</a:t>
            </a:r>
          </a:p>
          <a:p>
            <a:pPr algn="just"/>
            <a:endParaRPr lang="en-US" sz="1200">
              <a:solidFill>
                <a:srgbClr val="1D2129"/>
              </a:solidFill>
            </a:endParaRPr>
          </a:p>
          <a:p>
            <a:pPr algn="just"/>
            <a:r>
              <a:rPr lang="en-US" sz="2000" b="1">
                <a:solidFill>
                  <a:srgbClr val="1D2129"/>
                </a:solidFill>
              </a:rPr>
              <a:t>Rewards:</a:t>
            </a:r>
          </a:p>
          <a:p>
            <a:pPr marL="285750" indent="-285750" algn="just">
              <a:buFontTx/>
              <a:buChar char="-"/>
            </a:pPr>
            <a:r>
              <a:rPr lang="en-US" sz="1200"/>
              <a:t>+0.1 - every frame it stays alive </a:t>
            </a:r>
          </a:p>
          <a:p>
            <a:pPr marL="285750" indent="-285750" algn="just">
              <a:buFontTx/>
              <a:buChar char="-"/>
            </a:pPr>
            <a:r>
              <a:rPr lang="en-US" sz="1200"/>
              <a:t>+1.0 - successfully passing a pipe </a:t>
            </a:r>
          </a:p>
          <a:p>
            <a:pPr marL="285750" indent="-285750" algn="just">
              <a:buFontTx/>
              <a:buChar char="-"/>
            </a:pPr>
            <a:r>
              <a:rPr lang="en-US" sz="1200"/>
              <a:t>-1.0 - dying</a:t>
            </a:r>
          </a:p>
          <a:p>
            <a:pPr marL="285750" indent="-285750" algn="just">
              <a:buFontTx/>
              <a:buChar char="-"/>
            </a:pPr>
            <a:r>
              <a:rPr lang="en-US" sz="1200"/>
              <a:t> −0.5 - touch the top of the screen</a:t>
            </a:r>
            <a:endParaRPr lang="en-US" sz="1200" b="1">
              <a:solidFill>
                <a:srgbClr val="1D2129"/>
              </a:solidFill>
            </a:endParaRPr>
          </a:p>
          <a:p>
            <a:pPr algn="just"/>
            <a:endParaRPr lang="en-US" sz="1200">
              <a:solidFill>
                <a:srgbClr val="1D2129"/>
              </a:solidFill>
            </a:endParaRPr>
          </a:p>
          <a:p>
            <a:pPr algn="just"/>
            <a:endParaRPr lang="en-US" sz="1200">
              <a:solidFill>
                <a:srgbClr val="1D212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955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8FEE3D5-51BC-322C-2B9A-29E0D56A75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3559845"/>
            <a:ext cx="7772400" cy="219877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DD8D1E2-16AA-BC9E-C6B4-7CDBA92D199A}"/>
              </a:ext>
            </a:extLst>
          </p:cNvPr>
          <p:cNvSpPr txBox="1"/>
          <p:nvPr/>
        </p:nvSpPr>
        <p:spPr>
          <a:xfrm>
            <a:off x="1893669" y="1902662"/>
            <a:ext cx="54521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>
                <a:solidFill>
                  <a:srgbClr val="002060"/>
                </a:solidFill>
                <a:latin typeface="Consolas" panose="020B0609020204030204" pitchFamily="49" charset="0"/>
                <a:ea typeface="+mn-lt"/>
                <a:cs typeface="Consolas" panose="020B0609020204030204" pitchFamily="49" charset="0"/>
              </a:rPr>
              <a:t>https://</a:t>
            </a:r>
            <a:r>
              <a:rPr lang="en-GB" sz="1400" b="1" err="1">
                <a:solidFill>
                  <a:srgbClr val="002060"/>
                </a:solidFill>
                <a:latin typeface="Consolas" panose="020B0609020204030204" pitchFamily="49" charset="0"/>
                <a:ea typeface="+mn-lt"/>
                <a:cs typeface="Consolas" panose="020B0609020204030204" pitchFamily="49" charset="0"/>
              </a:rPr>
              <a:t>github.com</a:t>
            </a:r>
            <a:r>
              <a:rPr lang="en-GB" sz="1400" b="1">
                <a:solidFill>
                  <a:srgbClr val="002060"/>
                </a:solidFill>
                <a:latin typeface="Consolas" panose="020B0609020204030204" pitchFamily="49" charset="0"/>
                <a:ea typeface="+mn-lt"/>
                <a:cs typeface="Consolas" panose="020B0609020204030204" pitchFamily="49" charset="0"/>
              </a:rPr>
              <a:t>/</a:t>
            </a:r>
            <a:r>
              <a:rPr lang="en-GB" sz="1400" b="1" err="1">
                <a:solidFill>
                  <a:srgbClr val="002060"/>
                </a:solidFill>
                <a:latin typeface="Consolas" panose="020B0609020204030204" pitchFamily="49" charset="0"/>
                <a:ea typeface="+mn-lt"/>
                <a:cs typeface="Consolas" panose="020B0609020204030204" pitchFamily="49" charset="0"/>
              </a:rPr>
              <a:t>ntu</a:t>
            </a:r>
            <a:r>
              <a:rPr lang="en-GB" sz="1400" b="1">
                <a:solidFill>
                  <a:srgbClr val="002060"/>
                </a:solidFill>
                <a:latin typeface="Consolas" panose="020B0609020204030204" pitchFamily="49" charset="0"/>
                <a:ea typeface="+mn-lt"/>
                <a:cs typeface="Consolas" panose="020B0609020204030204" pitchFamily="49" charset="0"/>
              </a:rPr>
              <a:t>-dl-bootcamp/deep-learning-2026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B0C90A7-96A6-CE1A-90AE-A58442BEE7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91" b="-4"/>
          <a:stretch>
            <a:fillRect/>
          </a:stretch>
        </p:blipFill>
        <p:spPr>
          <a:xfrm>
            <a:off x="7732393" y="957165"/>
            <a:ext cx="2115336" cy="2198770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D16F973C-7364-1F14-5E65-77F6742BBF9B}"/>
              </a:ext>
            </a:extLst>
          </p:cNvPr>
          <p:cNvGrpSpPr/>
          <p:nvPr/>
        </p:nvGrpSpPr>
        <p:grpSpPr>
          <a:xfrm>
            <a:off x="4491318" y="2906739"/>
            <a:ext cx="2083100" cy="1463555"/>
            <a:chOff x="3290422" y="1259649"/>
            <a:chExt cx="2083100" cy="1463555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5250937E-0A6C-7A65-661B-CE63B1656930}"/>
                </a:ext>
              </a:extLst>
            </p:cNvPr>
            <p:cNvCxnSpPr>
              <a:cxnSpLocks/>
              <a:stCxn id="11" idx="2"/>
            </p:cNvCxnSpPr>
            <p:nvPr/>
          </p:nvCxnSpPr>
          <p:spPr>
            <a:xfrm flipH="1">
              <a:off x="3290422" y="1628981"/>
              <a:ext cx="1425388" cy="1094223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D223B91-E1B5-65D2-7829-3DCF634F5656}"/>
                </a:ext>
              </a:extLst>
            </p:cNvPr>
            <p:cNvSpPr txBox="1"/>
            <p:nvPr/>
          </p:nvSpPr>
          <p:spPr>
            <a:xfrm>
              <a:off x="4058097" y="1259649"/>
              <a:ext cx="13154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>
                  <a:solidFill>
                    <a:srgbClr val="C00000"/>
                  </a:solidFill>
                </a:rPr>
                <a:t>Click here!</a:t>
              </a:r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ED91D876-F4CE-A7E4-9616-ADC7F6BD7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30" y="231587"/>
            <a:ext cx="10515600" cy="898899"/>
          </a:xfrm>
        </p:spPr>
        <p:txBody>
          <a:bodyPr/>
          <a:lstStyle/>
          <a:p>
            <a:r>
              <a:rPr lang="en-US"/>
              <a:t>OpenAI Gym (Notebook Exercise)</a:t>
            </a:r>
          </a:p>
        </p:txBody>
      </p:sp>
    </p:spTree>
    <p:extLst>
      <p:ext uri="{BB962C8B-B14F-4D97-AF65-F5344CB8AC3E}">
        <p14:creationId xmlns:p14="http://schemas.microsoft.com/office/powerpoint/2010/main" val="8649396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0F4CF9-4A22-CD83-09DF-8A177AE16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FA4F4-8FD7-3DAD-23D8-682240022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30" y="231587"/>
            <a:ext cx="10515600" cy="898899"/>
          </a:xfrm>
        </p:spPr>
        <p:txBody>
          <a:bodyPr/>
          <a:lstStyle/>
          <a:p>
            <a:r>
              <a:rPr lang="en-US"/>
              <a:t>OpenAI Gym (Notebook Exercise)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4E2116-E1DC-AB7C-A526-7510F5F74DC2}"/>
              </a:ext>
            </a:extLst>
          </p:cNvPr>
          <p:cNvSpPr txBox="1"/>
          <p:nvPr/>
        </p:nvSpPr>
        <p:spPr>
          <a:xfrm>
            <a:off x="706581" y="1097190"/>
            <a:ext cx="7703127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 gym</a:t>
            </a:r>
          </a:p>
          <a:p>
            <a:r>
              <a:rPr lang="en-US" sz="140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from gym import spaces</a:t>
            </a:r>
          </a:p>
          <a:p>
            <a:r>
              <a:rPr lang="en-US" sz="140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 </a:t>
            </a:r>
            <a:r>
              <a:rPr lang="en-US" sz="140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numpy</a:t>
            </a:r>
            <a:r>
              <a:rPr lang="en-US" sz="140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as np</a:t>
            </a:r>
          </a:p>
          <a:p>
            <a:endParaRPr lang="en-US" sz="14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400" b="1">
                <a:latin typeface="Consolas" panose="020B0609020204030204" pitchFamily="49" charset="0"/>
                <a:cs typeface="Consolas" panose="020B0609020204030204" pitchFamily="49" charset="0"/>
              </a:rPr>
              <a:t>class </a:t>
            </a:r>
            <a:r>
              <a:rPr lang="en-US" sz="1400" b="1" err="1">
                <a:latin typeface="Consolas" panose="020B0609020204030204" pitchFamily="49" charset="0"/>
                <a:cs typeface="Consolas" panose="020B0609020204030204" pitchFamily="49" charset="0"/>
              </a:rPr>
              <a:t>MyEnv</a:t>
            </a:r>
            <a:r>
              <a:rPr lang="en-US" sz="1400" b="1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400" b="1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gym.Env</a:t>
            </a:r>
            <a:r>
              <a:rPr lang="en-US" sz="1400" b="1">
                <a:latin typeface="Consolas" panose="020B0609020204030204" pitchFamily="49" charset="0"/>
                <a:cs typeface="Consolas" panose="020B0609020204030204" pitchFamily="49" charset="0"/>
              </a:rPr>
              <a:t>):</a:t>
            </a:r>
          </a:p>
          <a:p>
            <a:r>
              <a:rPr lang="en-US" sz="140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400" b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 __</a:t>
            </a:r>
            <a:r>
              <a:rPr lang="en-US" sz="1400" b="1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init</a:t>
            </a:r>
            <a:r>
              <a:rPr lang="en-US" sz="1400" b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__(self):</a:t>
            </a:r>
          </a:p>
          <a:p>
            <a:r>
              <a:rPr lang="en-US" sz="1400" b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super(</a:t>
            </a:r>
            <a:r>
              <a:rPr lang="en-US" sz="1400" b="1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MyEnv</a:t>
            </a:r>
            <a:r>
              <a:rPr lang="en-US" sz="1400" b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self).__</a:t>
            </a:r>
            <a:r>
              <a:rPr lang="en-US" sz="1400" b="1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init</a:t>
            </a:r>
            <a:r>
              <a:rPr lang="en-US" sz="1400" b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__()</a:t>
            </a:r>
          </a:p>
          <a:p>
            <a:endParaRPr lang="en-US" sz="1400" b="1">
              <a:solidFill>
                <a:schemeClr val="accent3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400" b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400" b="1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self.action_space</a:t>
            </a:r>
            <a:r>
              <a:rPr lang="en-US" sz="1400" b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400" b="1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spaces.Discrete</a:t>
            </a:r>
            <a:r>
              <a:rPr lang="en-US" sz="1400" b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(3)</a:t>
            </a:r>
          </a:p>
          <a:p>
            <a:r>
              <a:rPr lang="en-US" sz="1400" b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400" b="1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self.observation_space</a:t>
            </a:r>
            <a:r>
              <a:rPr lang="en-US" sz="1400" b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400" b="1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spaces.Box</a:t>
            </a:r>
            <a:r>
              <a:rPr lang="en-US" sz="1400" b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</a:p>
          <a:p>
            <a:r>
              <a:rPr lang="en-US" sz="1400" b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low=-</a:t>
            </a:r>
            <a:r>
              <a:rPr lang="en-US" sz="1400" b="1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np.inf</a:t>
            </a:r>
            <a:r>
              <a:rPr lang="en-US" sz="1400" b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high=</a:t>
            </a:r>
            <a:r>
              <a:rPr lang="en-US" sz="1400" b="1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np.inf</a:t>
            </a:r>
            <a:r>
              <a:rPr lang="en-US" sz="1400" b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shape=(4,), </a:t>
            </a:r>
            <a:r>
              <a:rPr lang="en-US" sz="1400" b="1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dtype</a:t>
            </a:r>
            <a:r>
              <a:rPr lang="en-US" sz="1400" b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=np.float32</a:t>
            </a:r>
          </a:p>
          <a:p>
            <a:r>
              <a:rPr lang="en-US" sz="1400" b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)</a:t>
            </a:r>
          </a:p>
          <a:p>
            <a:endParaRPr lang="en-US" sz="14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40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400" b="1">
                <a:solidFill>
                  <a:schemeClr val="tx2">
                    <a:lumMod val="90000"/>
                    <a:lumOff val="1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 reset(self, seed=None, options=None):</a:t>
            </a:r>
          </a:p>
          <a:p>
            <a:r>
              <a:rPr lang="en-US" sz="1400" b="1">
                <a:solidFill>
                  <a:schemeClr val="tx2">
                    <a:lumMod val="90000"/>
                    <a:lumOff val="1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. . .</a:t>
            </a:r>
          </a:p>
          <a:p>
            <a:r>
              <a:rPr lang="en-US" sz="1400" b="1">
                <a:solidFill>
                  <a:schemeClr val="tx2">
                    <a:lumMod val="90000"/>
                    <a:lumOff val="1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return </a:t>
            </a:r>
            <a:r>
              <a:rPr lang="en-US" sz="1400" b="1" err="1">
                <a:solidFill>
                  <a:schemeClr val="tx2">
                    <a:lumMod val="90000"/>
                    <a:lumOff val="1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self.state</a:t>
            </a:r>
            <a:r>
              <a:rPr lang="en-US" sz="1400" b="1">
                <a:solidFill>
                  <a:schemeClr val="tx2">
                    <a:lumMod val="90000"/>
                    <a:lumOff val="1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{}  # (</a:t>
            </a:r>
            <a:r>
              <a:rPr lang="en-US" sz="1400" b="1" err="1">
                <a:solidFill>
                  <a:schemeClr val="tx2">
                    <a:lumMod val="90000"/>
                    <a:lumOff val="1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obs</a:t>
            </a:r>
            <a:r>
              <a:rPr lang="en-US" sz="1400" b="1">
                <a:solidFill>
                  <a:schemeClr val="tx2">
                    <a:lumMod val="90000"/>
                    <a:lumOff val="1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info)</a:t>
            </a:r>
          </a:p>
          <a:p>
            <a:endParaRPr lang="en-US" sz="14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40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400" b="1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 step(self, action):</a:t>
            </a:r>
          </a:p>
          <a:p>
            <a:r>
              <a:rPr lang="en-US" sz="1400" b="1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. . .</a:t>
            </a:r>
          </a:p>
          <a:p>
            <a:r>
              <a:rPr lang="en-US" sz="1400" b="1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return </a:t>
            </a:r>
            <a:r>
              <a:rPr lang="en-US" sz="1400" b="1" err="1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self.state</a:t>
            </a:r>
            <a:r>
              <a:rPr lang="en-US" sz="1400" b="1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reward, terminated, truncated, {}</a:t>
            </a:r>
          </a:p>
          <a:p>
            <a:endParaRPr lang="en-US" sz="14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40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400" b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 render(self):</a:t>
            </a:r>
          </a:p>
          <a:p>
            <a:r>
              <a:rPr lang="en-US" sz="1400" b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. . .</a:t>
            </a:r>
          </a:p>
          <a:p>
            <a:endParaRPr lang="en-US" sz="14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400" b="1">
                <a:latin typeface="Consolas" panose="020B0609020204030204" pitchFamily="49" charset="0"/>
                <a:cs typeface="Consolas" panose="020B0609020204030204" pitchFamily="49" charset="0"/>
              </a:rPr>
              <a:t>    def close(self):</a:t>
            </a:r>
          </a:p>
          <a:p>
            <a:r>
              <a:rPr lang="en-US" sz="1400" b="1">
                <a:latin typeface="Consolas" panose="020B0609020204030204" pitchFamily="49" charset="0"/>
                <a:cs typeface="Consolas" panose="020B0609020204030204" pitchFamily="49" charset="0"/>
              </a:rPr>
              <a:t>        . . 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28F547A-C13D-73A4-9DCC-BE2BB67DC545}"/>
              </a:ext>
            </a:extLst>
          </p:cNvPr>
          <p:cNvSpPr/>
          <p:nvPr/>
        </p:nvSpPr>
        <p:spPr>
          <a:xfrm>
            <a:off x="1149928" y="2784763"/>
            <a:ext cx="6206836" cy="1011381"/>
          </a:xfrm>
          <a:prstGeom prst="rect">
            <a:avLst/>
          </a:pr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7C6C22B-0FAE-7CF6-C89B-F8E18B43C97A}"/>
                  </a:ext>
                </a:extLst>
              </p:cNvPr>
              <p:cNvSpPr txBox="1"/>
              <p:nvPr/>
            </p:nvSpPr>
            <p:spPr>
              <a:xfrm>
                <a:off x="7498150" y="3105788"/>
                <a:ext cx="374076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/>
                  <a:t>1. Define </a:t>
                </a:r>
                <a:r>
                  <a:rPr lang="en-US" b="1"/>
                  <a:t>STATE (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𝒔</m:t>
                    </m:r>
                  </m:oMath>
                </a14:m>
                <a:r>
                  <a:rPr lang="en-US" b="1"/>
                  <a:t>)</a:t>
                </a:r>
                <a:r>
                  <a:rPr lang="en-US"/>
                  <a:t> and </a:t>
                </a:r>
                <a:r>
                  <a:rPr lang="en-US" b="1"/>
                  <a:t>ACTION (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en-US" b="1"/>
                  <a:t>)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7C6C22B-0FAE-7CF6-C89B-F8E18B43C9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8150" y="3105788"/>
                <a:ext cx="3740768" cy="369332"/>
              </a:xfrm>
              <a:prstGeom prst="rect">
                <a:avLst/>
              </a:prstGeom>
              <a:blipFill>
                <a:blip r:embed="rId2"/>
                <a:stretch>
                  <a:fillRect l="-1303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40ED2C66-C051-CA7C-EC8D-9FC72680912C}"/>
              </a:ext>
            </a:extLst>
          </p:cNvPr>
          <p:cNvSpPr/>
          <p:nvPr/>
        </p:nvSpPr>
        <p:spPr>
          <a:xfrm>
            <a:off x="1149927" y="3902558"/>
            <a:ext cx="6206835" cy="717625"/>
          </a:xfrm>
          <a:prstGeom prst="rect">
            <a:avLst/>
          </a:pr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2C8F3F3-8016-CE4D-BB16-6D206B8A63F5}"/>
                  </a:ext>
                </a:extLst>
              </p:cNvPr>
              <p:cNvSpPr txBox="1"/>
              <p:nvPr/>
            </p:nvSpPr>
            <p:spPr>
              <a:xfrm>
                <a:off x="7498150" y="4026059"/>
                <a:ext cx="27969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/>
                  <a:t>2. Define </a:t>
                </a:r>
                <a:r>
                  <a:rPr lang="en-US" b="1"/>
                  <a:t>Initial</a:t>
                </a:r>
                <a:r>
                  <a:rPr lang="en-US"/>
                  <a:t> </a:t>
                </a:r>
                <a:r>
                  <a:rPr lang="en-US" b="1"/>
                  <a:t>STATE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b="1"/>
                  <a:t>)</a:t>
                </a: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2C8F3F3-8016-CE4D-BB16-6D206B8A63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8150" y="4026059"/>
                <a:ext cx="2796984" cy="369332"/>
              </a:xfrm>
              <a:prstGeom prst="rect">
                <a:avLst/>
              </a:prstGeom>
              <a:blipFill>
                <a:blip r:embed="rId3"/>
                <a:stretch>
                  <a:fillRect l="-1743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9050EAEA-931B-93BB-BD82-1428EE879267}"/>
              </a:ext>
            </a:extLst>
          </p:cNvPr>
          <p:cNvSpPr/>
          <p:nvPr/>
        </p:nvSpPr>
        <p:spPr>
          <a:xfrm>
            <a:off x="1149928" y="4732798"/>
            <a:ext cx="6206834" cy="752988"/>
          </a:xfrm>
          <a:prstGeom prst="rect">
            <a:avLst/>
          </a:pr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252C1B8-531D-5E25-7594-6CF589CE3D0C}"/>
                  </a:ext>
                </a:extLst>
              </p:cNvPr>
              <p:cNvSpPr txBox="1"/>
              <p:nvPr/>
            </p:nvSpPr>
            <p:spPr>
              <a:xfrm>
                <a:off x="7525749" y="4620183"/>
                <a:ext cx="4490588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/>
                  <a:t>3. Define </a:t>
                </a:r>
                <a:r>
                  <a:rPr lang="en-US" b="1"/>
                  <a:t>TRANSITION DYNAMICS (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𝑻</m:t>
                    </m:r>
                  </m:oMath>
                </a14:m>
                <a:r>
                  <a:rPr lang="en-US" b="1"/>
                  <a:t>) </a:t>
                </a:r>
              </a:p>
              <a:p>
                <a:r>
                  <a:rPr lang="en-US" b="1"/>
                  <a:t>and REWARD (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en-US" b="1"/>
                  <a:t>):</a:t>
                </a:r>
              </a:p>
              <a:p>
                <a:pPr marL="285750" indent="-285750">
                  <a:buFont typeface="Wingdings" pitchFamily="2" charset="2"/>
                  <a:buChar char="Ø"/>
                </a:pPr>
                <a:r>
                  <a:rPr lang="en-US" b="1"/>
                  <a:t> </a:t>
                </a:r>
                <a:r>
                  <a:rPr lang="en-US" b="1" err="1"/>
                  <a:t>current_state</a:t>
                </a:r>
                <a:r>
                  <a:rPr lang="en-US" b="1"/>
                  <a:t> and action </a:t>
                </a:r>
                <a:r>
                  <a:rPr lang="en-US" b="1">
                    <a:sym typeface="Wingdings" pitchFamily="2" charset="2"/>
                  </a:rPr>
                  <a:t> </a:t>
                </a:r>
                <a:r>
                  <a:rPr lang="en-US" b="1" err="1">
                    <a:sym typeface="Wingdings" pitchFamily="2" charset="2"/>
                  </a:rPr>
                  <a:t>next_state</a:t>
                </a:r>
                <a:endParaRPr lang="en-US" b="1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252C1B8-531D-5E25-7594-6CF589CE3D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5749" y="4620183"/>
                <a:ext cx="4490588" cy="923330"/>
              </a:xfrm>
              <a:prstGeom prst="rect">
                <a:avLst/>
              </a:prstGeom>
              <a:blipFill>
                <a:blip r:embed="rId4"/>
                <a:stretch>
                  <a:fillRect l="-1223" t="-3974" b="-99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50DC5EC8-A288-97C3-6D8B-800DF023D6C6}"/>
              </a:ext>
            </a:extLst>
          </p:cNvPr>
          <p:cNvSpPr/>
          <p:nvPr/>
        </p:nvSpPr>
        <p:spPr>
          <a:xfrm>
            <a:off x="4149323" y="1023201"/>
            <a:ext cx="3893354" cy="649163"/>
          </a:xfrm>
          <a:prstGeom prst="roundRect">
            <a:avLst>
              <a:gd name="adj" fmla="val 5144"/>
            </a:avLst>
          </a:prstGeom>
          <a:solidFill>
            <a:schemeClr val="accent6">
              <a:lumMod val="20000"/>
              <a:lumOff val="80000"/>
              <a:alpha val="58499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chemeClr val="tx1"/>
                </a:solidFill>
              </a:rPr>
              <a:t>Expressing the MDP in code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F6D1BCA-1E68-108D-B104-5BF9485E5B7B}"/>
              </a:ext>
            </a:extLst>
          </p:cNvPr>
          <p:cNvSpPr txBox="1"/>
          <p:nvPr/>
        </p:nvSpPr>
        <p:spPr>
          <a:xfrm>
            <a:off x="7525749" y="5760810"/>
            <a:ext cx="3222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4. Visualization of environment</a:t>
            </a:r>
            <a:endParaRPr lang="en-US" b="1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ECA550B-A784-E54D-4808-E20A21CE60B5}"/>
              </a:ext>
            </a:extLst>
          </p:cNvPr>
          <p:cNvSpPr/>
          <p:nvPr/>
        </p:nvSpPr>
        <p:spPr>
          <a:xfrm>
            <a:off x="1123076" y="5607156"/>
            <a:ext cx="6233686" cy="558117"/>
          </a:xfrm>
          <a:prstGeom prst="rect">
            <a:avLst/>
          </a:pr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15C0E40B-00AE-8B11-9080-CBF572DCC65E}"/>
              </a:ext>
            </a:extLst>
          </p:cNvPr>
          <p:cNvSpPr/>
          <p:nvPr/>
        </p:nvSpPr>
        <p:spPr>
          <a:xfrm>
            <a:off x="7498150" y="1802842"/>
            <a:ext cx="3893354" cy="761068"/>
          </a:xfrm>
          <a:prstGeom prst="roundRect">
            <a:avLst>
              <a:gd name="adj" fmla="val 5144"/>
            </a:avLst>
          </a:prstGeom>
          <a:solidFill>
            <a:schemeClr val="accent2">
              <a:lumMod val="20000"/>
              <a:lumOff val="80000"/>
              <a:alpha val="58499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>
                <a:solidFill>
                  <a:schemeClr val="tx1"/>
                </a:solidFill>
              </a:rPr>
              <a:t>Easy: </a:t>
            </a:r>
            <a:r>
              <a:rPr lang="en-US" sz="2000">
                <a:solidFill>
                  <a:schemeClr val="tx1"/>
                </a:solidFill>
              </a:rPr>
              <a:t>Navigation in 2D Grid</a:t>
            </a:r>
          </a:p>
          <a:p>
            <a:r>
              <a:rPr lang="en-US" sz="2000" b="1">
                <a:solidFill>
                  <a:schemeClr val="tx1"/>
                </a:solidFill>
              </a:rPr>
              <a:t>Hard: </a:t>
            </a:r>
            <a:r>
              <a:rPr lang="en-US" sz="2000">
                <a:solidFill>
                  <a:schemeClr val="tx1"/>
                </a:solidFill>
              </a:rPr>
              <a:t>Flappy Bird</a:t>
            </a:r>
          </a:p>
        </p:txBody>
      </p:sp>
    </p:spTree>
    <p:extLst>
      <p:ext uri="{BB962C8B-B14F-4D97-AF65-F5344CB8AC3E}">
        <p14:creationId xmlns:p14="http://schemas.microsoft.com/office/powerpoint/2010/main" val="19222269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C610C-671E-9182-9357-A0CFCF5B8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8761" y="2063498"/>
            <a:ext cx="1704033" cy="1325563"/>
          </a:xfrm>
        </p:spPr>
        <p:txBody>
          <a:bodyPr/>
          <a:lstStyle/>
          <a:p>
            <a:pPr algn="ctr"/>
            <a:r>
              <a:rPr lang="en-US"/>
              <a:t>Break</a:t>
            </a:r>
          </a:p>
        </p:txBody>
      </p:sp>
      <p:pic>
        <p:nvPicPr>
          <p:cNvPr id="4" name="Graphic 3" descr="Lightbulb with solid fill">
            <a:extLst>
              <a:ext uri="{FF2B5EF4-FFF2-40B4-BE49-F238E27FC236}">
                <a16:creationId xmlns:a16="http://schemas.microsoft.com/office/drawing/2014/main" id="{67257310-9B6E-1BFB-41EB-319E18E835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14465" y="3849074"/>
            <a:ext cx="640806" cy="64080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7C3C47C-6364-DC21-A703-E82CB1233D4E}"/>
              </a:ext>
            </a:extLst>
          </p:cNvPr>
          <p:cNvSpPr txBox="1"/>
          <p:nvPr/>
        </p:nvSpPr>
        <p:spPr>
          <a:xfrm>
            <a:off x="2955271" y="3984811"/>
            <a:ext cx="65603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C00000"/>
                </a:solidFill>
              </a:rPr>
              <a:t>Think about a </a:t>
            </a:r>
            <a:r>
              <a:rPr lang="en-US" b="1">
                <a:solidFill>
                  <a:srgbClr val="C00000"/>
                </a:solidFill>
              </a:rPr>
              <a:t>sequential optimization problem </a:t>
            </a:r>
            <a:r>
              <a:rPr lang="en-US">
                <a:solidFill>
                  <a:srgbClr val="C00000"/>
                </a:solidFill>
              </a:rPr>
              <a:t>in your domain!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5D836C-47F0-2DE4-3835-04AED556C8FF}"/>
              </a:ext>
            </a:extLst>
          </p:cNvPr>
          <p:cNvSpPr txBox="1"/>
          <p:nvPr/>
        </p:nvSpPr>
        <p:spPr>
          <a:xfrm>
            <a:off x="4485473" y="3155119"/>
            <a:ext cx="3499980" cy="467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/>
              <a:t>~3:45 PM – 4:00 PM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B720D1-B543-4A29-0754-C3B84860F60E}"/>
              </a:ext>
            </a:extLst>
          </p:cNvPr>
          <p:cNvSpPr txBox="1"/>
          <p:nvPr/>
        </p:nvSpPr>
        <p:spPr>
          <a:xfrm>
            <a:off x="3541329" y="4742151"/>
            <a:ext cx="5388270" cy="15758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Understanding Check: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/>
              <a:t>What are sequential problems?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/>
              <a:t>Comfortable with terms STATE, ACTION, REWARD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/>
              <a:t>Understand ROLLOUTs and TRAJECTORY</a:t>
            </a:r>
          </a:p>
        </p:txBody>
      </p:sp>
      <p:pic>
        <p:nvPicPr>
          <p:cNvPr id="8" name="Graphic 7" descr="Coffee with solid fill">
            <a:extLst>
              <a:ext uri="{FF2B5EF4-FFF2-40B4-BE49-F238E27FC236}">
                <a16:creationId xmlns:a16="http://schemas.microsoft.com/office/drawing/2014/main" id="{0FB23F51-CBBF-5F73-EDFF-4A2B9F4952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94361" y="2104982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9575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FB628-1AF8-86A8-1C52-637537222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509" y="-8867"/>
            <a:ext cx="10515600" cy="829320"/>
          </a:xfrm>
        </p:spPr>
        <p:txBody>
          <a:bodyPr/>
          <a:lstStyle/>
          <a:p>
            <a:r>
              <a:rPr lang="en-US"/>
              <a:t>Solving the RL formulation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F964A662-B55F-37A3-FA55-9EB8025312B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60704916"/>
                  </p:ext>
                </p:extLst>
              </p:nvPr>
            </p:nvGraphicFramePr>
            <p:xfrm>
              <a:off x="2093136" y="1574984"/>
              <a:ext cx="7564945" cy="2024479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1161052">
                      <a:extLst>
                        <a:ext uri="{9D8B030D-6E8A-4147-A177-3AD203B41FA5}">
                          <a16:colId xmlns:a16="http://schemas.microsoft.com/office/drawing/2014/main" val="2417918394"/>
                        </a:ext>
                      </a:extLst>
                    </a:gridCol>
                    <a:gridCol w="1169894">
                      <a:extLst>
                        <a:ext uri="{9D8B030D-6E8A-4147-A177-3AD203B41FA5}">
                          <a16:colId xmlns:a16="http://schemas.microsoft.com/office/drawing/2014/main" val="1221173384"/>
                        </a:ext>
                      </a:extLst>
                    </a:gridCol>
                    <a:gridCol w="1653989">
                      <a:extLst>
                        <a:ext uri="{9D8B030D-6E8A-4147-A177-3AD203B41FA5}">
                          <a16:colId xmlns:a16="http://schemas.microsoft.com/office/drawing/2014/main" val="1137138093"/>
                        </a:ext>
                      </a:extLst>
                    </a:gridCol>
                    <a:gridCol w="1607855">
                      <a:extLst>
                        <a:ext uri="{9D8B030D-6E8A-4147-A177-3AD203B41FA5}">
                          <a16:colId xmlns:a16="http://schemas.microsoft.com/office/drawing/2014/main" val="2453398817"/>
                        </a:ext>
                      </a:extLst>
                    </a:gridCol>
                    <a:gridCol w="1972155">
                      <a:extLst>
                        <a:ext uri="{9D8B030D-6E8A-4147-A177-3AD203B41FA5}">
                          <a16:colId xmlns:a16="http://schemas.microsoft.com/office/drawing/2014/main" val="1601197158"/>
                        </a:ext>
                      </a:extLst>
                    </a:gridCol>
                  </a:tblGrid>
                  <a:tr h="310572"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oMath>
                          </a14:m>
                          <a:r>
                            <a:rPr lang="en-GB" b="1"/>
                            <a:t> (STATE)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b="1"/>
                            <a:t>2D Grid (x, y)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oMath>
                          </a14:m>
                          <a:r>
                            <a:rPr lang="en-GB" b="1"/>
                            <a:t> </a:t>
                          </a:r>
                        </a:p>
                        <a:p>
                          <a:pPr algn="ctr"/>
                          <a:r>
                            <a:rPr lang="en-GB" b="1"/>
                            <a:t>(ACTION)</a:t>
                          </a:r>
                        </a:p>
                      </a:txBody>
                      <a:tcP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oMath>
                          </a14:m>
                          <a:r>
                            <a:rPr lang="en-GB" b="1"/>
                            <a:t> 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b="1"/>
                            <a:t>(NEXT</a:t>
                          </a:r>
                          <a:r>
                            <a:rPr lang="en-GB" b="1" baseline="0"/>
                            <a:t> </a:t>
                          </a:r>
                          <a:r>
                            <a:rPr lang="en-GB" b="1"/>
                            <a:t>STATE)</a:t>
                          </a: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b="1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𝑮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nary>
                                <m:naryPr>
                                  <m:chr m:val="∑"/>
                                  <m:ctrlPr>
                                    <a:rPr lang="en-US" sz="1800" b="0" i="1" smtClean="0">
                                      <a:solidFill>
                                        <a:srgbClr val="1D2129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sz="1800" b="0" i="1" smtClean="0">
                                      <a:solidFill>
                                        <a:srgbClr val="1D2129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800" b="0" i="1" smtClean="0">
                                      <a:solidFill>
                                        <a:srgbClr val="1D2129"/>
                                      </a:solidFill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  <m:r>
                                    <a:rPr lang="en-US" sz="1800" b="0" i="1" smtClean="0">
                                      <a:solidFill>
                                        <a:srgbClr val="1D2129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sz="1800" b="0" i="1" smtClean="0">
                                          <a:solidFill>
                                            <a:srgbClr val="1D2129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b="0" i="1" smtClean="0">
                                          <a:solidFill>
                                            <a:srgbClr val="1D2129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US" sz="1800" b="0" i="1" smtClean="0">
                                          <a:solidFill>
                                            <a:srgbClr val="1D2129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</m:oMath>
                          </a14:m>
                          <a:endParaRPr lang="en-US" sz="1800" b="0">
                            <a:solidFill>
                              <a:srgbClr val="1D2129"/>
                            </a:solidFill>
                          </a:endParaRPr>
                        </a:p>
                        <a:p>
                          <a:pPr algn="ctr"/>
                          <a:r>
                            <a:rPr lang="en-GB" b="1"/>
                            <a:t>(RETURN)</a:t>
                          </a:r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93791780"/>
                      </a:ext>
                    </a:extLst>
                  </a:tr>
                  <a:tr h="50376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1</a:t>
                          </a:r>
                        </a:p>
                      </a:txBody>
                      <a:tcPr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2</a:t>
                          </a:r>
                        </a:p>
                      </a:txBody>
                      <a:tcPr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b="1"/>
                            <a:t>Action 1 [L]</a:t>
                          </a:r>
                          <a:endParaRPr lang="en-GB" b="1">
                            <a:latin typeface="Andale Mono" panose="020B0509000000000004" pitchFamily="49" charset="0"/>
                          </a:endParaRPr>
                        </a:p>
                      </a:txBody>
                      <a:tcP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(0, 2)</a:t>
                          </a: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b="1"/>
                            <a:t>10</a:t>
                          </a:r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5070925"/>
                      </a:ext>
                    </a:extLst>
                  </a:tr>
                  <a:tr h="50376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1</a:t>
                          </a:r>
                        </a:p>
                      </a:txBody>
                      <a:tcPr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2</a:t>
                          </a:r>
                        </a:p>
                      </a:txBody>
                      <a:tcPr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Action 2</a:t>
                          </a:r>
                          <a:r>
                            <a:rPr lang="en-GB" b="0"/>
                            <a:t> [R]</a:t>
                          </a:r>
                          <a:endParaRPr lang="en-GB" b="0">
                            <a:latin typeface="Andale Mono" panose="020B0509000000000004" pitchFamily="49" charset="0"/>
                          </a:endParaRPr>
                        </a:p>
                      </a:txBody>
                      <a:tcP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(2, 2)</a:t>
                          </a: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>
                              <a:solidFill>
                                <a:srgbClr val="C00000"/>
                              </a:solidFill>
                            </a:rPr>
                            <a:t>-1</a:t>
                          </a:r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61249452"/>
                      </a:ext>
                    </a:extLst>
                  </a:tr>
                  <a:tr h="31057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...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...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...</a:t>
                          </a:r>
                        </a:p>
                      </a:txBody>
                      <a:tcP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932942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F964A662-B55F-37A3-FA55-9EB8025312B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60704916"/>
                  </p:ext>
                </p:extLst>
              </p:nvPr>
            </p:nvGraphicFramePr>
            <p:xfrm>
              <a:off x="2093136" y="1574984"/>
              <a:ext cx="7564945" cy="2024479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1161052">
                      <a:extLst>
                        <a:ext uri="{9D8B030D-6E8A-4147-A177-3AD203B41FA5}">
                          <a16:colId xmlns:a16="http://schemas.microsoft.com/office/drawing/2014/main" val="2417918394"/>
                        </a:ext>
                      </a:extLst>
                    </a:gridCol>
                    <a:gridCol w="1169894">
                      <a:extLst>
                        <a:ext uri="{9D8B030D-6E8A-4147-A177-3AD203B41FA5}">
                          <a16:colId xmlns:a16="http://schemas.microsoft.com/office/drawing/2014/main" val="1221173384"/>
                        </a:ext>
                      </a:extLst>
                    </a:gridCol>
                    <a:gridCol w="1653989">
                      <a:extLst>
                        <a:ext uri="{9D8B030D-6E8A-4147-A177-3AD203B41FA5}">
                          <a16:colId xmlns:a16="http://schemas.microsoft.com/office/drawing/2014/main" val="1137138093"/>
                        </a:ext>
                      </a:extLst>
                    </a:gridCol>
                    <a:gridCol w="1607855">
                      <a:extLst>
                        <a:ext uri="{9D8B030D-6E8A-4147-A177-3AD203B41FA5}">
                          <a16:colId xmlns:a16="http://schemas.microsoft.com/office/drawing/2014/main" val="2453398817"/>
                        </a:ext>
                      </a:extLst>
                    </a:gridCol>
                    <a:gridCol w="1972155">
                      <a:extLst>
                        <a:ext uri="{9D8B030D-6E8A-4147-A177-3AD203B41FA5}">
                          <a16:colId xmlns:a16="http://schemas.microsoft.com/office/drawing/2014/main" val="1601197158"/>
                        </a:ext>
                      </a:extLst>
                    </a:gridCol>
                  </a:tblGrid>
                  <a:tr h="651193"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61" t="-66355" r="-224804" b="-225234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41697" t="-66355" r="-217712" b="-2252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48106" t="-66355" r="-123485" b="-2252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83642" t="-66355" r="-617" b="-22523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93791780"/>
                      </a:ext>
                    </a:extLst>
                  </a:tr>
                  <a:tr h="50376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1</a:t>
                          </a:r>
                        </a:p>
                      </a:txBody>
                      <a:tcPr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2</a:t>
                          </a:r>
                        </a:p>
                      </a:txBody>
                      <a:tcPr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b="1"/>
                            <a:t>Action 1 [L]</a:t>
                          </a:r>
                          <a:endParaRPr lang="en-GB" b="1">
                            <a:latin typeface="Andale Mono" panose="020B0509000000000004" pitchFamily="49" charset="0"/>
                          </a:endParaRPr>
                        </a:p>
                      </a:txBody>
                      <a:tcP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(0, 2)</a:t>
                          </a: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b="1"/>
                            <a:t>10</a:t>
                          </a:r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5070925"/>
                      </a:ext>
                    </a:extLst>
                  </a:tr>
                  <a:tr h="50376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1</a:t>
                          </a:r>
                        </a:p>
                      </a:txBody>
                      <a:tcPr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2</a:t>
                          </a:r>
                        </a:p>
                      </a:txBody>
                      <a:tcPr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Action 2</a:t>
                          </a:r>
                          <a:r>
                            <a:rPr lang="en-GB" b="0"/>
                            <a:t> [R]</a:t>
                          </a:r>
                          <a:endParaRPr lang="en-GB" b="0">
                            <a:latin typeface="Andale Mono" panose="020B0509000000000004" pitchFamily="49" charset="0"/>
                          </a:endParaRPr>
                        </a:p>
                      </a:txBody>
                      <a:tcP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(2, 2)</a:t>
                          </a: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>
                              <a:solidFill>
                                <a:srgbClr val="C00000"/>
                              </a:solidFill>
                            </a:rPr>
                            <a:t>-1</a:t>
                          </a:r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6124945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...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...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...</a:t>
                          </a:r>
                        </a:p>
                      </a:txBody>
                      <a:tcP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9329420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B90E7DA8-D59D-41D8-15EA-0DEE5C4F01CE}"/>
              </a:ext>
            </a:extLst>
          </p:cNvPr>
          <p:cNvSpPr txBox="1"/>
          <p:nvPr/>
        </p:nvSpPr>
        <p:spPr>
          <a:xfrm>
            <a:off x="369017" y="2164617"/>
            <a:ext cx="176073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C00000"/>
                </a:solidFill>
              </a:rPr>
              <a:t>SAME STATE </a:t>
            </a:r>
            <a:r>
              <a:rPr lang="en-US" sz="6000">
                <a:solidFill>
                  <a:srgbClr val="C00000"/>
                </a:solidFill>
              </a:rPr>
              <a:t>{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Rounded Rectangle 7">
                <a:extLst>
                  <a:ext uri="{FF2B5EF4-FFF2-40B4-BE49-F238E27FC236}">
                    <a16:creationId xmlns:a16="http://schemas.microsoft.com/office/drawing/2014/main" id="{941745F8-ACE9-74F5-95F9-D13731DF3347}"/>
                  </a:ext>
                </a:extLst>
              </p:cNvPr>
              <p:cNvSpPr/>
              <p:nvPr/>
            </p:nvSpPr>
            <p:spPr>
              <a:xfrm>
                <a:off x="1977209" y="983920"/>
                <a:ext cx="8294698" cy="454719"/>
              </a:xfrm>
              <a:prstGeom prst="roundRect">
                <a:avLst>
                  <a:gd name="adj" fmla="val 5144"/>
                </a:avLst>
              </a:prstGeom>
              <a:solidFill>
                <a:schemeClr val="bg1">
                  <a:lumMod val="95000"/>
                  <a:alpha val="58499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>
                    <a:solidFill>
                      <a:schemeClr val="tx1"/>
                    </a:solidFill>
                  </a:rPr>
                  <a:t>Perform </a:t>
                </a:r>
                <a:r>
                  <a:rPr lang="en-US" sz="1600" b="1">
                    <a:solidFill>
                      <a:schemeClr val="tx1"/>
                    </a:solidFill>
                  </a:rPr>
                  <a:t>TRAJECTORY</a:t>
                </a:r>
                <a:r>
                  <a:rPr lang="en-US" sz="1600">
                    <a:solidFill>
                      <a:schemeClr val="tx1"/>
                    </a:solidFill>
                  </a:rPr>
                  <a:t> </a:t>
                </a:r>
                <a:r>
                  <a:rPr lang="en-US" sz="1600" b="1">
                    <a:solidFill>
                      <a:schemeClr val="tx1"/>
                    </a:solidFill>
                  </a:rPr>
                  <a:t>ROLLOUT</a:t>
                </a:r>
                <a:r>
                  <a:rPr lang="en-US" sz="1600">
                    <a:solidFill>
                      <a:schemeClr val="tx1"/>
                    </a:solidFill>
                  </a:rPr>
                  <a:t> to collect </a:t>
                </a:r>
                <a:r>
                  <a:rPr lang="en-US" sz="1600">
                    <a:solidFill>
                      <a:srgbClr val="C00000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1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  <m:sup>
                        <m:r>
                          <a:rPr lang="en-US" sz="1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en-US" sz="1600">
                    <a:solidFill>
                      <a:srgbClr val="C00000"/>
                    </a:solidFill>
                  </a:rPr>
                  <a:t>)</a:t>
                </a:r>
                <a:r>
                  <a:rPr lang="en-US" sz="1600">
                    <a:solidFill>
                      <a:schemeClr val="tx1"/>
                    </a:solidFill>
                  </a:rPr>
                  <a:t>. Store it in the </a:t>
                </a:r>
                <a:r>
                  <a:rPr lang="en-US" sz="1600" b="1">
                    <a:solidFill>
                      <a:schemeClr val="tx1"/>
                    </a:solidFill>
                  </a:rPr>
                  <a:t>REPLAY BUFFER</a:t>
                </a:r>
              </a:p>
            </p:txBody>
          </p:sp>
        </mc:Choice>
        <mc:Fallback>
          <p:sp>
            <p:nvSpPr>
              <p:cNvPr id="8" name="Rounded Rectangle 7">
                <a:extLst>
                  <a:ext uri="{FF2B5EF4-FFF2-40B4-BE49-F238E27FC236}">
                    <a16:creationId xmlns:a16="http://schemas.microsoft.com/office/drawing/2014/main" id="{941745F8-ACE9-74F5-95F9-D13731DF334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7209" y="983920"/>
                <a:ext cx="8294698" cy="454719"/>
              </a:xfrm>
              <a:prstGeom prst="roundRect">
                <a:avLst>
                  <a:gd name="adj" fmla="val 5144"/>
                </a:avLst>
              </a:prstGeom>
              <a:blipFill>
                <a:blip r:embed="rId3"/>
                <a:stretch>
                  <a:fillRect b="-12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35E6A29-653E-21F3-6718-C755C3B0704A}"/>
              </a:ext>
            </a:extLst>
          </p:cNvPr>
          <p:cNvSpPr/>
          <p:nvPr/>
        </p:nvSpPr>
        <p:spPr>
          <a:xfrm>
            <a:off x="1977209" y="3671341"/>
            <a:ext cx="8294698" cy="454719"/>
          </a:xfrm>
          <a:prstGeom prst="roundRect">
            <a:avLst>
              <a:gd name="adj" fmla="val 5144"/>
            </a:avLst>
          </a:prstGeom>
          <a:solidFill>
            <a:schemeClr val="accent4">
              <a:lumMod val="20000"/>
              <a:lumOff val="80000"/>
              <a:alpha val="58499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Objective</a:t>
            </a:r>
            <a:r>
              <a:rPr lang="en-US">
                <a:solidFill>
                  <a:schemeClr val="tx1"/>
                </a:solidFill>
              </a:rPr>
              <a:t>: Given the </a:t>
            </a:r>
            <a:r>
              <a:rPr lang="en-US" b="1">
                <a:solidFill>
                  <a:schemeClr val="tx1"/>
                </a:solidFill>
              </a:rPr>
              <a:t>STATE</a:t>
            </a:r>
            <a:r>
              <a:rPr lang="en-US">
                <a:solidFill>
                  <a:schemeClr val="tx1"/>
                </a:solidFill>
              </a:rPr>
              <a:t>, predict what </a:t>
            </a:r>
            <a:r>
              <a:rPr lang="en-US" b="1">
                <a:solidFill>
                  <a:schemeClr val="tx1"/>
                </a:solidFill>
              </a:rPr>
              <a:t>ACTION</a:t>
            </a:r>
            <a:r>
              <a:rPr lang="en-US">
                <a:solidFill>
                  <a:schemeClr val="tx1"/>
                </a:solidFill>
              </a:rPr>
              <a:t> to take</a:t>
            </a:r>
            <a:endParaRPr lang="en-US" b="1">
              <a:solidFill>
                <a:schemeClr val="tx1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D8D5567-DC9E-9FFA-5A0C-ADAF77D897D6}"/>
              </a:ext>
            </a:extLst>
          </p:cNvPr>
          <p:cNvGrpSpPr/>
          <p:nvPr/>
        </p:nvGrpSpPr>
        <p:grpSpPr>
          <a:xfrm>
            <a:off x="1814228" y="1517528"/>
            <a:ext cx="4378036" cy="2771999"/>
            <a:chOff x="2256444" y="1552999"/>
            <a:chExt cx="4378036" cy="2771999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D175BFC-6913-9945-A087-0B8E540FF40C}"/>
                </a:ext>
              </a:extLst>
            </p:cNvPr>
            <p:cNvSpPr/>
            <p:nvPr/>
          </p:nvSpPr>
          <p:spPr>
            <a:xfrm>
              <a:off x="4500880" y="1552999"/>
              <a:ext cx="2133600" cy="1876001"/>
            </a:xfrm>
            <a:prstGeom prst="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CC7633FA-A5AA-C4FE-DC16-5866D98BB1AD}"/>
                </a:ext>
              </a:extLst>
            </p:cNvPr>
            <p:cNvCxnSpPr/>
            <p:nvPr/>
          </p:nvCxnSpPr>
          <p:spPr>
            <a:xfrm flipH="1">
              <a:off x="2256444" y="3434585"/>
              <a:ext cx="2244436" cy="890413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5449D864-E90F-1010-336B-226F40CB80C0}"/>
              </a:ext>
            </a:extLst>
          </p:cNvPr>
          <p:cNvSpPr txBox="1"/>
          <p:nvPr/>
        </p:nvSpPr>
        <p:spPr>
          <a:xfrm>
            <a:off x="36674" y="4920218"/>
            <a:ext cx="59385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For the given </a:t>
            </a:r>
            <a:r>
              <a:rPr lang="en-US" b="1"/>
              <a:t>STATE</a:t>
            </a:r>
            <a:r>
              <a:rPr lang="en-US"/>
              <a:t>:</a:t>
            </a:r>
          </a:p>
          <a:p>
            <a:r>
              <a:rPr lang="en-US"/>
              <a:t>	</a:t>
            </a:r>
            <a:r>
              <a:rPr lang="en-US" b="1"/>
              <a:t>directly predict </a:t>
            </a:r>
            <a:r>
              <a:rPr lang="en-US"/>
              <a:t>which action has a high </a:t>
            </a:r>
            <a:r>
              <a:rPr lang="en-US" b="1"/>
              <a:t>RETURN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23CCFB9A-3A6F-29D5-3464-82C7C3DA26D6}"/>
              </a:ext>
            </a:extLst>
          </p:cNvPr>
          <p:cNvSpPr/>
          <p:nvPr/>
        </p:nvSpPr>
        <p:spPr>
          <a:xfrm>
            <a:off x="735840" y="4358078"/>
            <a:ext cx="2787831" cy="454719"/>
          </a:xfrm>
          <a:prstGeom prst="roundRect">
            <a:avLst>
              <a:gd name="adj" fmla="val 5144"/>
            </a:avLst>
          </a:prstGeom>
          <a:solidFill>
            <a:schemeClr val="accent6">
              <a:lumMod val="20000"/>
              <a:lumOff val="80000"/>
              <a:alpha val="58499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chemeClr val="tx1"/>
                </a:solidFill>
              </a:rPr>
              <a:t>Policy-based Methods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81239EA-D30B-E13F-07B8-503F98CCA10E}"/>
              </a:ext>
            </a:extLst>
          </p:cNvPr>
          <p:cNvGrpSpPr/>
          <p:nvPr/>
        </p:nvGrpSpPr>
        <p:grpSpPr>
          <a:xfrm>
            <a:off x="7576796" y="1567616"/>
            <a:ext cx="2133600" cy="2798863"/>
            <a:chOff x="4500880" y="1552999"/>
            <a:chExt cx="2133600" cy="2798863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6F2AD1FC-F2C8-015E-5681-246F06C2BF6F}"/>
                </a:ext>
              </a:extLst>
            </p:cNvPr>
            <p:cNvSpPr/>
            <p:nvPr/>
          </p:nvSpPr>
          <p:spPr>
            <a:xfrm>
              <a:off x="4500880" y="1552999"/>
              <a:ext cx="2133600" cy="1876001"/>
            </a:xfrm>
            <a:prstGeom prst="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F4C4BDE5-45E4-54CD-8204-3239FE73ABA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17128" y="3393717"/>
              <a:ext cx="21810" cy="958145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3C2F06C6-005C-9950-87D1-9563A6063983}"/>
              </a:ext>
            </a:extLst>
          </p:cNvPr>
          <p:cNvSpPr/>
          <p:nvPr/>
        </p:nvSpPr>
        <p:spPr>
          <a:xfrm>
            <a:off x="7838301" y="4358078"/>
            <a:ext cx="2787831" cy="454719"/>
          </a:xfrm>
          <a:prstGeom prst="roundRect">
            <a:avLst>
              <a:gd name="adj" fmla="val 5144"/>
            </a:avLst>
          </a:prstGeom>
          <a:solidFill>
            <a:schemeClr val="accent2">
              <a:lumMod val="20000"/>
              <a:lumOff val="80000"/>
              <a:alpha val="58499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chemeClr val="tx1"/>
                </a:solidFill>
              </a:rPr>
              <a:t>Value-based Methods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B197A43-A0F4-678C-3158-F317AC407C85}"/>
              </a:ext>
            </a:extLst>
          </p:cNvPr>
          <p:cNvSpPr txBox="1"/>
          <p:nvPr/>
        </p:nvSpPr>
        <p:spPr>
          <a:xfrm>
            <a:off x="6200631" y="4852561"/>
            <a:ext cx="508729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For the given </a:t>
            </a:r>
            <a:r>
              <a:rPr lang="en-US" b="1"/>
              <a:t>STATE</a:t>
            </a:r>
            <a:r>
              <a:rPr lang="en-US"/>
              <a:t>:</a:t>
            </a:r>
          </a:p>
          <a:p>
            <a:r>
              <a:rPr lang="en-US"/>
              <a:t>	</a:t>
            </a:r>
            <a:r>
              <a:rPr lang="en-US" b="1"/>
              <a:t>Predict </a:t>
            </a:r>
            <a:r>
              <a:rPr lang="en-US"/>
              <a:t>the </a:t>
            </a:r>
            <a:r>
              <a:rPr lang="en-US" b="1"/>
              <a:t>RETURN </a:t>
            </a:r>
            <a:r>
              <a:rPr lang="en-US"/>
              <a:t>for each </a:t>
            </a:r>
            <a:r>
              <a:rPr lang="en-US" b="1"/>
              <a:t>ACTION</a:t>
            </a:r>
          </a:p>
          <a:p>
            <a:r>
              <a:rPr lang="en-US"/>
              <a:t>	Then </a:t>
            </a:r>
            <a:r>
              <a:rPr lang="en-US" b="1"/>
              <a:t>select</a:t>
            </a:r>
            <a:r>
              <a:rPr lang="en-US"/>
              <a:t> ACTION with the max return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D8D3CCFB-03A9-D069-228F-C009424839BC}"/>
              </a:ext>
            </a:extLst>
          </p:cNvPr>
          <p:cNvGrpSpPr/>
          <p:nvPr/>
        </p:nvGrpSpPr>
        <p:grpSpPr>
          <a:xfrm>
            <a:off x="1323025" y="5784504"/>
            <a:ext cx="4060284" cy="888985"/>
            <a:chOff x="1323025" y="5950760"/>
            <a:chExt cx="4060284" cy="888985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332FCE07-053A-610A-B3D1-0294E11DB4B4}"/>
                </a:ext>
              </a:extLst>
            </p:cNvPr>
            <p:cNvGrpSpPr/>
            <p:nvPr/>
          </p:nvGrpSpPr>
          <p:grpSpPr>
            <a:xfrm>
              <a:off x="1618689" y="5950760"/>
              <a:ext cx="2240494" cy="540000"/>
              <a:chOff x="2407920" y="3524191"/>
              <a:chExt cx="2269186" cy="540000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6" name="Rectangle 15">
                    <a:extLst>
                      <a:ext uri="{FF2B5EF4-FFF2-40B4-BE49-F238E27FC236}">
                        <a16:creationId xmlns:a16="http://schemas.microsoft.com/office/drawing/2014/main" id="{C347B7C0-6E22-DA5D-E77F-84661EB5BC90}"/>
                      </a:ext>
                    </a:extLst>
                  </p:cNvPr>
                  <p:cNvSpPr/>
                  <p:nvPr/>
                </p:nvSpPr>
                <p:spPr>
                  <a:xfrm>
                    <a:off x="2834513" y="3524191"/>
                    <a:ext cx="1416000" cy="540000"/>
                  </a:xfrm>
                  <a:prstGeom prst="rect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  <m:d>
                            <m:dPr>
                              <m:ctrlP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</m:d>
                        </m:oMath>
                      </m:oMathPara>
                    </a14:m>
                    <a:endParaRPr lang="en-GB" b="1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16" name="Rectangle 15">
                    <a:extLst>
                      <a:ext uri="{FF2B5EF4-FFF2-40B4-BE49-F238E27FC236}">
                        <a16:creationId xmlns:a16="http://schemas.microsoft.com/office/drawing/2014/main" id="{C347B7C0-6E22-DA5D-E77F-84661EB5BC9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34513" y="3524191"/>
                    <a:ext cx="1416000" cy="540000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D96CF05E-78D7-454C-08A8-79449996545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07920" y="3811118"/>
                <a:ext cx="426593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F7DAFE43-F333-73FD-1EB8-C0867E9E556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47517" y="3803750"/>
                <a:ext cx="429589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1E09A6DD-895C-D4DA-EAEC-DC0779512173}"/>
                    </a:ext>
                  </a:extLst>
                </p:cNvPr>
                <p:cNvSpPr txBox="1"/>
                <p:nvPr/>
              </p:nvSpPr>
              <p:spPr>
                <a:xfrm>
                  <a:off x="1323025" y="6045653"/>
                  <a:ext cx="421199" cy="369332"/>
                </a:xfrm>
                <a:prstGeom prst="rect">
                  <a:avLst/>
                </a:prstGeom>
                <a:noFill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𝒔</m:t>
                        </m:r>
                      </m:oMath>
                    </m:oMathPara>
                  </a14:m>
                  <a:endParaRPr lang="en-GB" b="1"/>
                </a:p>
              </p:txBody>
            </p:sp>
          </mc:Choice>
          <mc:Fallback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1E09A6DD-895C-D4DA-EAEC-DC07795121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23025" y="6045653"/>
                  <a:ext cx="421199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FDD39039-A5DF-99F3-179E-216D47F4CF75}"/>
                    </a:ext>
                  </a:extLst>
                </p:cNvPr>
                <p:cNvSpPr txBox="1"/>
                <p:nvPr/>
              </p:nvSpPr>
              <p:spPr>
                <a:xfrm>
                  <a:off x="3816444" y="6045653"/>
                  <a:ext cx="1566865" cy="369332"/>
                </a:xfrm>
                <a:prstGeom prst="rect">
                  <a:avLst/>
                </a:prstGeom>
                <a:noFill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𝒂</m:t>
                      </m:r>
                    </m:oMath>
                  </a14:m>
                  <a:r>
                    <a:rPr lang="en-GB" b="1"/>
                    <a:t> </a:t>
                  </a:r>
                  <a:r>
                    <a:rPr lang="en-GB"/>
                    <a:t>[Action 1: L]</a:t>
                  </a:r>
                </a:p>
              </p:txBody>
            </p:sp>
          </mc:Choice>
          <mc:Fallback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FDD39039-A5DF-99F3-179E-216D47F4CF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16444" y="6045653"/>
                  <a:ext cx="1566865" cy="369332"/>
                </a:xfrm>
                <a:prstGeom prst="rect">
                  <a:avLst/>
                </a:prstGeom>
                <a:blipFill>
                  <a:blip r:embed="rId6"/>
                  <a:stretch>
                    <a:fillRect t="-8197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1CF409C-BA33-7E6A-BB6A-18E1FB8D974A}"/>
                </a:ext>
              </a:extLst>
            </p:cNvPr>
            <p:cNvSpPr txBox="1"/>
            <p:nvPr/>
          </p:nvSpPr>
          <p:spPr>
            <a:xfrm>
              <a:off x="1859624" y="6470413"/>
              <a:ext cx="17586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/>
                <a:t>Policy Network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756D7D9C-D98A-492C-561A-20D91DB70900}"/>
              </a:ext>
            </a:extLst>
          </p:cNvPr>
          <p:cNvGrpSpPr/>
          <p:nvPr/>
        </p:nvGrpSpPr>
        <p:grpSpPr>
          <a:xfrm>
            <a:off x="7620131" y="5832370"/>
            <a:ext cx="3210641" cy="880058"/>
            <a:chOff x="7620131" y="5970920"/>
            <a:chExt cx="3210641" cy="880058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172EE3CF-0E1E-3178-F05A-E8296DBD49ED}"/>
                </a:ext>
              </a:extLst>
            </p:cNvPr>
            <p:cNvGrpSpPr/>
            <p:nvPr/>
          </p:nvGrpSpPr>
          <p:grpSpPr>
            <a:xfrm>
              <a:off x="7620131" y="5970920"/>
              <a:ext cx="3210641" cy="540000"/>
              <a:chOff x="7620131" y="5970920"/>
              <a:chExt cx="3210641" cy="540000"/>
            </a:xfrm>
          </p:grpSpPr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21CC64EF-4143-1355-C604-F1C57EF0BD14}"/>
                  </a:ext>
                </a:extLst>
              </p:cNvPr>
              <p:cNvGrpSpPr/>
              <p:nvPr/>
            </p:nvGrpSpPr>
            <p:grpSpPr>
              <a:xfrm>
                <a:off x="8211818" y="5970920"/>
                <a:ext cx="2240494" cy="540000"/>
                <a:chOff x="2407920" y="3524191"/>
                <a:chExt cx="2269186" cy="540000"/>
              </a:xfrm>
            </p:grpSpPr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32" name="Rectangle 31">
                      <a:extLst>
                        <a:ext uri="{FF2B5EF4-FFF2-40B4-BE49-F238E27FC236}">
                          <a16:creationId xmlns:a16="http://schemas.microsoft.com/office/drawing/2014/main" id="{C80A4213-5C3F-1095-9584-26DCC55CAEF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34513" y="3524191"/>
                      <a:ext cx="1416000" cy="540000"/>
                    </a:xfrm>
                    <a:prstGeom prst="rect">
                      <a:avLst/>
                    </a:prstGeom>
                    <a:solidFill>
                      <a:schemeClr val="accent2">
                        <a:lumMod val="20000"/>
                        <a:lumOff val="80000"/>
                      </a:schemeClr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𝑸</m:t>
                            </m:r>
                            <m:d>
                              <m:dPr>
                                <m:ctrlPr>
                                  <a:rPr lang="en-US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e>
                            </m:d>
                          </m:oMath>
                        </m:oMathPara>
                      </a14:m>
                      <a:endParaRPr lang="en-GB" b="1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>
                <p:sp>
                  <p:nvSpPr>
                    <p:cNvPr id="32" name="Rectangle 31">
                      <a:extLst>
                        <a:ext uri="{FF2B5EF4-FFF2-40B4-BE49-F238E27FC236}">
                          <a16:creationId xmlns:a16="http://schemas.microsoft.com/office/drawing/2014/main" id="{C80A4213-5C3F-1095-9584-26DCC55CAEF4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834513" y="3524191"/>
                      <a:ext cx="1416000" cy="540000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33" name="Straight Arrow Connector 32">
                  <a:extLst>
                    <a:ext uri="{FF2B5EF4-FFF2-40B4-BE49-F238E27FC236}">
                      <a16:creationId xmlns:a16="http://schemas.microsoft.com/office/drawing/2014/main" id="{9D932A22-4C9D-1021-0580-27DD087AAA2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407920" y="3811118"/>
                  <a:ext cx="426593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Arrow Connector 33">
                  <a:extLst>
                    <a:ext uri="{FF2B5EF4-FFF2-40B4-BE49-F238E27FC236}">
                      <a16:creationId xmlns:a16="http://schemas.microsoft.com/office/drawing/2014/main" id="{C520C054-E3B2-2E31-1DC4-6DC2695AF1A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47517" y="3803750"/>
                  <a:ext cx="429589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5" name="TextBox 34">
                    <a:extLst>
                      <a:ext uri="{FF2B5EF4-FFF2-40B4-BE49-F238E27FC236}">
                        <a16:creationId xmlns:a16="http://schemas.microsoft.com/office/drawing/2014/main" id="{AA904A5E-85E9-FA8C-17B7-C412EB8CB542}"/>
                      </a:ext>
                    </a:extLst>
                  </p:cNvPr>
                  <p:cNvSpPr txBox="1"/>
                  <p:nvPr/>
                </p:nvSpPr>
                <p:spPr>
                  <a:xfrm>
                    <a:off x="7620131" y="6065813"/>
                    <a:ext cx="744931" cy="369332"/>
                  </a:xfrm>
                  <a:prstGeom prst="rect">
                    <a:avLst/>
                  </a:prstGeom>
                  <a:noFill/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oMath>
                      </m:oMathPara>
                    </a14:m>
                    <a:endParaRPr lang="en-GB" b="1"/>
                  </a:p>
                </p:txBody>
              </p:sp>
            </mc:Choice>
            <mc:Fallback>
              <p:sp>
                <p:nvSpPr>
                  <p:cNvPr id="35" name="TextBox 34">
                    <a:extLst>
                      <a:ext uri="{FF2B5EF4-FFF2-40B4-BE49-F238E27FC236}">
                        <a16:creationId xmlns:a16="http://schemas.microsoft.com/office/drawing/2014/main" id="{AA904A5E-85E9-FA8C-17B7-C412EB8CB54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20131" y="6065813"/>
                    <a:ext cx="744931" cy="369332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6" name="TextBox 35">
                    <a:extLst>
                      <a:ext uri="{FF2B5EF4-FFF2-40B4-BE49-F238E27FC236}">
                        <a16:creationId xmlns:a16="http://schemas.microsoft.com/office/drawing/2014/main" id="{4787D45D-7C9E-0253-29E0-DE1045CC2719}"/>
                      </a:ext>
                    </a:extLst>
                  </p:cNvPr>
                  <p:cNvSpPr txBox="1"/>
                  <p:nvPr/>
                </p:nvSpPr>
                <p:spPr>
                  <a:xfrm>
                    <a:off x="10409573" y="6065813"/>
                    <a:ext cx="421199" cy="369332"/>
                  </a:xfrm>
                  <a:prstGeom prst="rect">
                    <a:avLst/>
                  </a:prstGeom>
                  <a:noFill/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𝑮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 [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𝟏𝟎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oMath>
                      </m:oMathPara>
                    </a14:m>
                    <a:endParaRPr lang="en-GB" b="1"/>
                  </a:p>
                </p:txBody>
              </p:sp>
            </mc:Choice>
            <mc:Fallback>
              <p:sp>
                <p:nvSpPr>
                  <p:cNvPr id="36" name="TextBox 35">
                    <a:extLst>
                      <a:ext uri="{FF2B5EF4-FFF2-40B4-BE49-F238E27FC236}">
                        <a16:creationId xmlns:a16="http://schemas.microsoft.com/office/drawing/2014/main" id="{4787D45D-7C9E-0253-29E0-DE1045CC271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409573" y="6065813"/>
                    <a:ext cx="421199" cy="369332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r="-100000" b="-1475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2A5FA870-3017-736F-94EE-C5EFFE246857}"/>
                </a:ext>
              </a:extLst>
            </p:cNvPr>
            <p:cNvSpPr txBox="1"/>
            <p:nvPr/>
          </p:nvSpPr>
          <p:spPr>
            <a:xfrm>
              <a:off x="8604739" y="6481646"/>
              <a:ext cx="17121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/>
                <a:t>Value Network</a:t>
              </a:r>
            </a:p>
          </p:txBody>
        </p:sp>
      </p:grp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336033F3-22EE-8404-F047-DD9BA247F6DE}"/>
              </a:ext>
            </a:extLst>
          </p:cNvPr>
          <p:cNvCxnSpPr/>
          <p:nvPr/>
        </p:nvCxnSpPr>
        <p:spPr>
          <a:xfrm>
            <a:off x="6096000" y="4324998"/>
            <a:ext cx="0" cy="2352893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1143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9" grpId="0" animBg="1"/>
      <p:bldP spid="21" grpId="0"/>
      <p:bldP spid="22" grpId="0" animBg="1"/>
      <p:bldP spid="28" grpId="0" animBg="1"/>
      <p:bldP spid="2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32EC0-5105-5954-BE67-79890567C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917" y="18255"/>
            <a:ext cx="10515600" cy="1325563"/>
          </a:xfrm>
        </p:spPr>
        <p:txBody>
          <a:bodyPr/>
          <a:lstStyle/>
          <a:p>
            <a:r>
              <a:rPr lang="en-GB"/>
              <a:t>DQN Intuition (Value-based)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FD213D08-1063-5470-37B3-FA0A867EE39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15488182"/>
                  </p:ext>
                </p:extLst>
              </p:nvPr>
            </p:nvGraphicFramePr>
            <p:xfrm>
              <a:off x="2442738" y="1373305"/>
              <a:ext cx="7322434" cy="1739046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797583">
                      <a:extLst>
                        <a:ext uri="{9D8B030D-6E8A-4147-A177-3AD203B41FA5}">
                          <a16:colId xmlns:a16="http://schemas.microsoft.com/office/drawing/2014/main" val="2417918394"/>
                        </a:ext>
                      </a:extLst>
                    </a:gridCol>
                    <a:gridCol w="977350">
                      <a:extLst>
                        <a:ext uri="{9D8B030D-6E8A-4147-A177-3AD203B41FA5}">
                          <a16:colId xmlns:a16="http://schemas.microsoft.com/office/drawing/2014/main" val="1221173384"/>
                        </a:ext>
                      </a:extLst>
                    </a:gridCol>
                    <a:gridCol w="1945651">
                      <a:extLst>
                        <a:ext uri="{9D8B030D-6E8A-4147-A177-3AD203B41FA5}">
                          <a16:colId xmlns:a16="http://schemas.microsoft.com/office/drawing/2014/main" val="1137138093"/>
                        </a:ext>
                      </a:extLst>
                    </a:gridCol>
                    <a:gridCol w="1945651">
                      <a:extLst>
                        <a:ext uri="{9D8B030D-6E8A-4147-A177-3AD203B41FA5}">
                          <a16:colId xmlns:a16="http://schemas.microsoft.com/office/drawing/2014/main" val="2453398817"/>
                        </a:ext>
                      </a:extLst>
                    </a:gridCol>
                    <a:gridCol w="1656199">
                      <a:extLst>
                        <a:ext uri="{9D8B030D-6E8A-4147-A177-3AD203B41FA5}">
                          <a16:colId xmlns:a16="http://schemas.microsoft.com/office/drawing/2014/main" val="1601197158"/>
                        </a:ext>
                      </a:extLst>
                    </a:gridCol>
                  </a:tblGrid>
                  <a:tr h="310572"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oMath>
                          </a14:m>
                          <a:r>
                            <a:rPr lang="en-GB" b="1"/>
                            <a:t> (STATE)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oMath>
                          </a14:m>
                          <a:r>
                            <a:rPr lang="en-GB" b="1"/>
                            <a:t> (ACTION)</a:t>
                          </a:r>
                        </a:p>
                      </a:txBody>
                      <a:tcP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oMath>
                          </a14:m>
                          <a:r>
                            <a:rPr lang="en-GB" b="1"/>
                            <a:t> (NEXT</a:t>
                          </a:r>
                          <a:r>
                            <a:rPr lang="en-GB" b="1" baseline="0"/>
                            <a:t> </a:t>
                          </a:r>
                          <a:r>
                            <a:rPr lang="en-GB" b="1"/>
                            <a:t>STATE)</a:t>
                          </a: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b="1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𝑮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GB" b="1"/>
                            <a:t>(RETURN)</a:t>
                          </a:r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93791780"/>
                      </a:ext>
                    </a:extLst>
                  </a:tr>
                  <a:tr h="50376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1</a:t>
                          </a:r>
                        </a:p>
                      </a:txBody>
                      <a:tcPr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2</a:t>
                          </a:r>
                        </a:p>
                      </a:txBody>
                      <a:tcPr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b="1"/>
                            <a:t>Action 1 [L]</a:t>
                          </a:r>
                          <a:endParaRPr lang="en-GB" b="1">
                            <a:latin typeface="Andale Mono" panose="020B0509000000000004" pitchFamily="49" charset="0"/>
                          </a:endParaRPr>
                        </a:p>
                      </a:txBody>
                      <a:tcP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(0, 2)</a:t>
                          </a: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b="1"/>
                            <a:t>10</a:t>
                          </a:r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5070925"/>
                      </a:ext>
                    </a:extLst>
                  </a:tr>
                  <a:tr h="50376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1</a:t>
                          </a:r>
                        </a:p>
                      </a:txBody>
                      <a:tcPr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2</a:t>
                          </a:r>
                        </a:p>
                      </a:txBody>
                      <a:tcPr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Action 2 [R]</a:t>
                          </a:r>
                          <a:endParaRPr lang="en-GB" b="1">
                            <a:latin typeface="Andale Mono" panose="020B0509000000000004" pitchFamily="49" charset="0"/>
                          </a:endParaRPr>
                        </a:p>
                      </a:txBody>
                      <a:tcP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(2, 2)</a:t>
                          </a: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>
                              <a:solidFill>
                                <a:srgbClr val="C00000"/>
                              </a:solidFill>
                            </a:rPr>
                            <a:t>-1</a:t>
                          </a:r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61249452"/>
                      </a:ext>
                    </a:extLst>
                  </a:tr>
                  <a:tr h="31057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...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...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...</a:t>
                          </a:r>
                        </a:p>
                      </a:txBody>
                      <a:tcP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932942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FD213D08-1063-5470-37B3-FA0A867EE39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15488182"/>
                  </p:ext>
                </p:extLst>
              </p:nvPr>
            </p:nvGraphicFramePr>
            <p:xfrm>
              <a:off x="2442738" y="1373305"/>
              <a:ext cx="7322434" cy="1739046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797583">
                      <a:extLst>
                        <a:ext uri="{9D8B030D-6E8A-4147-A177-3AD203B41FA5}">
                          <a16:colId xmlns:a16="http://schemas.microsoft.com/office/drawing/2014/main" val="2417918394"/>
                        </a:ext>
                      </a:extLst>
                    </a:gridCol>
                    <a:gridCol w="977350">
                      <a:extLst>
                        <a:ext uri="{9D8B030D-6E8A-4147-A177-3AD203B41FA5}">
                          <a16:colId xmlns:a16="http://schemas.microsoft.com/office/drawing/2014/main" val="1221173384"/>
                        </a:ext>
                      </a:extLst>
                    </a:gridCol>
                    <a:gridCol w="1945651">
                      <a:extLst>
                        <a:ext uri="{9D8B030D-6E8A-4147-A177-3AD203B41FA5}">
                          <a16:colId xmlns:a16="http://schemas.microsoft.com/office/drawing/2014/main" val="1137138093"/>
                        </a:ext>
                      </a:extLst>
                    </a:gridCol>
                    <a:gridCol w="1945651">
                      <a:extLst>
                        <a:ext uri="{9D8B030D-6E8A-4147-A177-3AD203B41FA5}">
                          <a16:colId xmlns:a16="http://schemas.microsoft.com/office/drawing/2014/main" val="2453398817"/>
                        </a:ext>
                      </a:extLst>
                    </a:gridCol>
                    <a:gridCol w="1656199">
                      <a:extLst>
                        <a:ext uri="{9D8B030D-6E8A-4147-A177-3AD203B41FA5}">
                          <a16:colId xmlns:a16="http://schemas.microsoft.com/office/drawing/2014/main" val="1601197158"/>
                        </a:ext>
                      </a:extLst>
                    </a:gridCol>
                  </a:tblGrid>
                  <a:tr h="365760"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44" t="-8333" r="-313746" b="-403333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1250" t="-8333" r="-185313" b="-4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91850" t="-8333" r="-85893" b="-4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42279" t="-8333" r="-735" b="-40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93791780"/>
                      </a:ext>
                    </a:extLst>
                  </a:tr>
                  <a:tr h="50376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1</a:t>
                          </a:r>
                        </a:p>
                      </a:txBody>
                      <a:tcPr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2</a:t>
                          </a:r>
                        </a:p>
                      </a:txBody>
                      <a:tcPr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b="1"/>
                            <a:t>Action 1 [L]</a:t>
                          </a:r>
                          <a:endParaRPr lang="en-GB" b="1">
                            <a:latin typeface="Andale Mono" panose="020B0509000000000004" pitchFamily="49" charset="0"/>
                          </a:endParaRPr>
                        </a:p>
                      </a:txBody>
                      <a:tcP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(0, 2)</a:t>
                          </a: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b="1"/>
                            <a:t>10</a:t>
                          </a:r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5070925"/>
                      </a:ext>
                    </a:extLst>
                  </a:tr>
                  <a:tr h="50376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1</a:t>
                          </a:r>
                        </a:p>
                      </a:txBody>
                      <a:tcPr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2</a:t>
                          </a:r>
                        </a:p>
                      </a:txBody>
                      <a:tcPr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Action 2 [R]</a:t>
                          </a:r>
                          <a:endParaRPr lang="en-GB" b="1">
                            <a:latin typeface="Andale Mono" panose="020B0509000000000004" pitchFamily="49" charset="0"/>
                          </a:endParaRPr>
                        </a:p>
                      </a:txBody>
                      <a:tcP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(2, 2)</a:t>
                          </a: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>
                              <a:solidFill>
                                <a:srgbClr val="C00000"/>
                              </a:solidFill>
                            </a:rPr>
                            <a:t>-1</a:t>
                          </a:r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6124945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...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...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...</a:t>
                          </a:r>
                        </a:p>
                      </a:txBody>
                      <a:tcP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932942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C5C108B3-16C1-7127-E1F5-638F6BC174D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19545" y="4458423"/>
                <a:ext cx="10515600" cy="2243282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GB"/>
                  <a:t>Bootstrapping (Belman target):</a:t>
                </a:r>
              </a:p>
              <a:p>
                <a:pPr lvl="1"/>
                <a:r>
                  <a:rPr lang="en-US"/>
                  <a:t>For sample efficiency use: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𝒓𝒆𝒘𝒂𝒓𝒅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+ 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𝒎𝒂</m:t>
                    </m:r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𝑸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b="1" i="1"/>
              </a:p>
              <a:p>
                <a:r>
                  <a:rPr lang="en-GB"/>
                  <a:t>Learning Objective:</a:t>
                </a:r>
              </a:p>
              <a:p>
                <a:pPr lvl="1"/>
                <a:r>
                  <a:rPr lang="en-GB" b="1"/>
                  <a:t>Loss </a:t>
                </a:r>
                <a:r>
                  <a:rPr lang="en-GB"/>
                  <a:t>= </a:t>
                </a:r>
                <a:r>
                  <a:rPr lang="en-GB">
                    <a:solidFill>
                      <a:srgbClr val="C00000"/>
                    </a:solidFill>
                  </a:rPr>
                  <a:t>Predicted </a:t>
                </a:r>
                <a:r>
                  <a:rPr lang="en-GB" err="1">
                    <a:solidFill>
                      <a:srgbClr val="C00000"/>
                    </a:solidFill>
                  </a:rPr>
                  <a:t>Qvalue</a:t>
                </a:r>
                <a:r>
                  <a:rPr lang="en-GB">
                    <a:solidFill>
                      <a:srgbClr val="C00000"/>
                    </a:solidFill>
                  </a:rPr>
                  <a:t> </a:t>
                </a:r>
                <a:r>
                  <a:rPr lang="en-GB"/>
                  <a:t>– </a:t>
                </a:r>
                <a:r>
                  <a:rPr lang="en-GB">
                    <a:solidFill>
                      <a:srgbClr val="0070C0"/>
                    </a:solidFill>
                  </a:rPr>
                  <a:t>Expected </a:t>
                </a:r>
                <a:r>
                  <a:rPr lang="en-GB" err="1">
                    <a:solidFill>
                      <a:srgbClr val="0070C0"/>
                    </a:solidFill>
                  </a:rPr>
                  <a:t>Qvalue</a:t>
                </a:r>
                <a:endParaRPr lang="en-GB">
                  <a:solidFill>
                    <a:srgbClr val="0070C0"/>
                  </a:solidFill>
                </a:endParaRPr>
              </a:p>
              <a:p>
                <a:r>
                  <a:rPr lang="en-GB"/>
                  <a:t>Latest:</a:t>
                </a:r>
              </a:p>
              <a:p>
                <a:pPr lvl="1"/>
                <a:r>
                  <a:rPr lang="en-GB"/>
                  <a:t>DDPG, SAC etc.</a:t>
                </a:r>
              </a:p>
            </p:txBody>
          </p:sp>
        </mc:Choice>
        <mc:Fallback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C5C108B3-16C1-7127-E1F5-638F6BC174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19545" y="4458423"/>
                <a:ext cx="10515600" cy="2243282"/>
              </a:xfrm>
              <a:blipFill>
                <a:blip r:embed="rId3"/>
                <a:stretch>
                  <a:fillRect l="-870" t="-67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BE9EDB21-38C4-8726-9BE8-AF2BE7ECD0CE}"/>
              </a:ext>
            </a:extLst>
          </p:cNvPr>
          <p:cNvGrpSpPr/>
          <p:nvPr/>
        </p:nvGrpSpPr>
        <p:grpSpPr>
          <a:xfrm>
            <a:off x="4392022" y="3429000"/>
            <a:ext cx="3210641" cy="961017"/>
            <a:chOff x="7620131" y="5970920"/>
            <a:chExt cx="3210641" cy="961017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93A9BBB-C34B-B80D-63C3-A9CAAC4FBCE6}"/>
                </a:ext>
              </a:extLst>
            </p:cNvPr>
            <p:cNvGrpSpPr/>
            <p:nvPr/>
          </p:nvGrpSpPr>
          <p:grpSpPr>
            <a:xfrm>
              <a:off x="7620131" y="5970920"/>
              <a:ext cx="3210641" cy="540000"/>
              <a:chOff x="7620131" y="5970920"/>
              <a:chExt cx="3210641" cy="540000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DF65AE48-7D49-88A0-B674-3B445894B983}"/>
                  </a:ext>
                </a:extLst>
              </p:cNvPr>
              <p:cNvGrpSpPr/>
              <p:nvPr/>
            </p:nvGrpSpPr>
            <p:grpSpPr>
              <a:xfrm>
                <a:off x="8211818" y="5970920"/>
                <a:ext cx="2240494" cy="540000"/>
                <a:chOff x="2407920" y="3524191"/>
                <a:chExt cx="2269186" cy="540000"/>
              </a:xfrm>
            </p:grpSpPr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3" name="Rectangle 12">
                      <a:extLst>
                        <a:ext uri="{FF2B5EF4-FFF2-40B4-BE49-F238E27FC236}">
                          <a16:creationId xmlns:a16="http://schemas.microsoft.com/office/drawing/2014/main" id="{0E4C7EFA-DC77-B7A9-FE07-EFF00B5EC53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34513" y="3524191"/>
                      <a:ext cx="1416000" cy="540000"/>
                    </a:xfrm>
                    <a:prstGeom prst="rect">
                      <a:avLst/>
                    </a:prstGeom>
                    <a:solidFill>
                      <a:schemeClr val="accent2">
                        <a:lumMod val="20000"/>
                        <a:lumOff val="80000"/>
                      </a:schemeClr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𝑸</m:t>
                            </m:r>
                            <m:d>
                              <m:dPr>
                                <m:ctrlPr>
                                  <a:rPr lang="en-US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e>
                            </m:d>
                          </m:oMath>
                        </m:oMathPara>
                      </a14:m>
                      <a:endParaRPr lang="en-GB" b="1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>
                <p:sp>
                  <p:nvSpPr>
                    <p:cNvPr id="13" name="Rectangle 12">
                      <a:extLst>
                        <a:ext uri="{FF2B5EF4-FFF2-40B4-BE49-F238E27FC236}">
                          <a16:creationId xmlns:a16="http://schemas.microsoft.com/office/drawing/2014/main" id="{0E4C7EFA-DC77-B7A9-FE07-EFF00B5EC53E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834513" y="3524191"/>
                      <a:ext cx="1416000" cy="540000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4" name="Straight Arrow Connector 13">
                  <a:extLst>
                    <a:ext uri="{FF2B5EF4-FFF2-40B4-BE49-F238E27FC236}">
                      <a16:creationId xmlns:a16="http://schemas.microsoft.com/office/drawing/2014/main" id="{07785786-E4A8-A7AA-A768-B985E8BDC2A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407920" y="3811118"/>
                  <a:ext cx="426593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Arrow Connector 14">
                  <a:extLst>
                    <a:ext uri="{FF2B5EF4-FFF2-40B4-BE49-F238E27FC236}">
                      <a16:creationId xmlns:a16="http://schemas.microsoft.com/office/drawing/2014/main" id="{088D397A-9912-EEAE-68C6-ACE324263AD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47517" y="3803750"/>
                  <a:ext cx="429589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5109B627-BC18-89FA-07E0-7240EEB72602}"/>
                      </a:ext>
                    </a:extLst>
                  </p:cNvPr>
                  <p:cNvSpPr txBox="1"/>
                  <p:nvPr/>
                </p:nvSpPr>
                <p:spPr>
                  <a:xfrm>
                    <a:off x="7620131" y="6065813"/>
                    <a:ext cx="744931" cy="369332"/>
                  </a:xfrm>
                  <a:prstGeom prst="rect">
                    <a:avLst/>
                  </a:prstGeom>
                  <a:noFill/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oMath>
                      </m:oMathPara>
                    </a14:m>
                    <a:endParaRPr lang="en-GB" b="1"/>
                  </a:p>
                </p:txBody>
              </p:sp>
            </mc:Choice>
            <mc:Fallback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5109B627-BC18-89FA-07E0-7240EEB7260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20131" y="6065813"/>
                    <a:ext cx="744931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DBBBE012-FFCE-9EBB-E748-9AC4AB44E941}"/>
                      </a:ext>
                    </a:extLst>
                  </p:cNvPr>
                  <p:cNvSpPr txBox="1"/>
                  <p:nvPr/>
                </p:nvSpPr>
                <p:spPr>
                  <a:xfrm>
                    <a:off x="10409573" y="6065813"/>
                    <a:ext cx="421199" cy="378630"/>
                  </a:xfrm>
                  <a:prstGeom prst="rect">
                    <a:avLst/>
                  </a:prstGeom>
                  <a:noFill/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̂"/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𝑮</m:t>
                              </m:r>
                            </m:e>
                          </m:acc>
                        </m:oMath>
                      </m:oMathPara>
                    </a14:m>
                    <a:endParaRPr lang="en-GB" b="1"/>
                  </a:p>
                </p:txBody>
              </p:sp>
            </mc:Choice>
            <mc:Fallback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DBBBE012-FFCE-9EBB-E748-9AC4AB44E94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409573" y="6065813"/>
                    <a:ext cx="421199" cy="378630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t="-1613" r="-869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0FD0803-76E1-D5E6-F0F9-0BA80DB2B59D}"/>
                </a:ext>
              </a:extLst>
            </p:cNvPr>
            <p:cNvSpPr txBox="1"/>
            <p:nvPr/>
          </p:nvSpPr>
          <p:spPr>
            <a:xfrm>
              <a:off x="8475997" y="6562605"/>
              <a:ext cx="17121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/>
                <a:t>Value Network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76028AA-313B-B811-F613-5C7F4B46DA42}"/>
                  </a:ext>
                </a:extLst>
              </p:cNvPr>
              <p:cNvSpPr txBox="1"/>
              <p:nvPr/>
            </p:nvSpPr>
            <p:spPr>
              <a:xfrm>
                <a:off x="7602663" y="3242364"/>
                <a:ext cx="3906982" cy="11181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/>
                  <a:t>Regression Task:</a:t>
                </a:r>
              </a:p>
              <a:p>
                <a:r>
                  <a:rPr lang="en-US"/>
                  <a:t>Use </a:t>
                </a:r>
                <a:r>
                  <a:rPr lang="en-US" b="1"/>
                  <a:t>mean-squared loss: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1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 dirty="0">
                                <a:latin typeface="Cambria Math" panose="02040503050406030204" pitchFamily="18" charset="0"/>
                              </a:rPr>
                              <m:t>𝑮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̂"/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𝑮</m:t>
                                </m:r>
                              </m:e>
                            </m:acc>
                          </m:e>
                        </m:d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en-US" b="1"/>
              </a:p>
              <a:p>
                <a:r>
                  <a:rPr lang="en-US"/>
                  <a:t>E.g.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1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 dirty="0" smtClean="0">
                                <a:latin typeface="Cambria Math" panose="02040503050406030204" pitchFamily="18" charset="0"/>
                              </a:rPr>
                              <m:t>𝟏𝟎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̂"/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𝑮</m:t>
                                </m:r>
                              </m:e>
                            </m:acc>
                          </m:e>
                        </m:d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en-US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76028AA-313B-B811-F613-5C7F4B46DA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2663" y="3242364"/>
                <a:ext cx="3906982" cy="1118127"/>
              </a:xfrm>
              <a:prstGeom prst="rect">
                <a:avLst/>
              </a:prstGeom>
              <a:blipFill>
                <a:blip r:embed="rId7"/>
                <a:stretch>
                  <a:fillRect l="-1248" t="-3279" b="-71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 17">
            <a:extLst>
              <a:ext uri="{FF2B5EF4-FFF2-40B4-BE49-F238E27FC236}">
                <a16:creationId xmlns:a16="http://schemas.microsoft.com/office/drawing/2014/main" id="{56325F40-9737-B0EC-3A2C-C310715EFB9C}"/>
              </a:ext>
            </a:extLst>
          </p:cNvPr>
          <p:cNvSpPr/>
          <p:nvPr/>
        </p:nvSpPr>
        <p:spPr>
          <a:xfrm>
            <a:off x="7841862" y="1301356"/>
            <a:ext cx="2133600" cy="1876001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8795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789814-DBB1-54F9-4D90-BBFB945EB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E6F07-1360-AA17-32D4-8F92AA493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917" y="18255"/>
            <a:ext cx="10515600" cy="1325563"/>
          </a:xfrm>
        </p:spPr>
        <p:txBody>
          <a:bodyPr/>
          <a:lstStyle/>
          <a:p>
            <a:r>
              <a:rPr lang="en-GB"/>
              <a:t>REINFORCE Intuition (Policy-based)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BB6C7818-B9E1-8F5A-6626-AFADAAC25B0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46887656"/>
                  </p:ext>
                </p:extLst>
              </p:nvPr>
            </p:nvGraphicFramePr>
            <p:xfrm>
              <a:off x="2050398" y="1343818"/>
              <a:ext cx="7322434" cy="1739046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1028978">
                      <a:extLst>
                        <a:ext uri="{9D8B030D-6E8A-4147-A177-3AD203B41FA5}">
                          <a16:colId xmlns:a16="http://schemas.microsoft.com/office/drawing/2014/main" val="2417918394"/>
                        </a:ext>
                      </a:extLst>
                    </a:gridCol>
                    <a:gridCol w="1169895">
                      <a:extLst>
                        <a:ext uri="{9D8B030D-6E8A-4147-A177-3AD203B41FA5}">
                          <a16:colId xmlns:a16="http://schemas.microsoft.com/office/drawing/2014/main" val="1221173384"/>
                        </a:ext>
                      </a:extLst>
                    </a:gridCol>
                    <a:gridCol w="1521711">
                      <a:extLst>
                        <a:ext uri="{9D8B030D-6E8A-4147-A177-3AD203B41FA5}">
                          <a16:colId xmlns:a16="http://schemas.microsoft.com/office/drawing/2014/main" val="1137138093"/>
                        </a:ext>
                      </a:extLst>
                    </a:gridCol>
                    <a:gridCol w="1945651">
                      <a:extLst>
                        <a:ext uri="{9D8B030D-6E8A-4147-A177-3AD203B41FA5}">
                          <a16:colId xmlns:a16="http://schemas.microsoft.com/office/drawing/2014/main" val="2453398817"/>
                        </a:ext>
                      </a:extLst>
                    </a:gridCol>
                    <a:gridCol w="1656199">
                      <a:extLst>
                        <a:ext uri="{9D8B030D-6E8A-4147-A177-3AD203B41FA5}">
                          <a16:colId xmlns:a16="http://schemas.microsoft.com/office/drawing/2014/main" val="1601197158"/>
                        </a:ext>
                      </a:extLst>
                    </a:gridCol>
                  </a:tblGrid>
                  <a:tr h="310572"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oMath>
                          </a14:m>
                          <a:r>
                            <a:rPr lang="en-GB" b="1"/>
                            <a:t> (STATE)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oMath>
                          </a14:m>
                          <a:r>
                            <a:rPr lang="en-GB" b="1"/>
                            <a:t> (ACTION)</a:t>
                          </a:r>
                        </a:p>
                      </a:txBody>
                      <a:tcP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oMath>
                          </a14:m>
                          <a:r>
                            <a:rPr lang="en-GB" b="1"/>
                            <a:t> (NEXT</a:t>
                          </a:r>
                          <a:r>
                            <a:rPr lang="en-GB" b="1" baseline="0"/>
                            <a:t> </a:t>
                          </a:r>
                          <a:r>
                            <a:rPr lang="en-GB" b="1"/>
                            <a:t>STATE)</a:t>
                          </a: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b="1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𝑮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GB" b="1"/>
                            <a:t>(RETURN)</a:t>
                          </a:r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93791780"/>
                      </a:ext>
                    </a:extLst>
                  </a:tr>
                  <a:tr h="50376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1</a:t>
                          </a:r>
                        </a:p>
                      </a:txBody>
                      <a:tcPr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2</a:t>
                          </a:r>
                        </a:p>
                      </a:txBody>
                      <a:tcPr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b="1"/>
                            <a:t>Action 1 [L]</a:t>
                          </a:r>
                          <a:endParaRPr lang="en-GB" b="1">
                            <a:latin typeface="Andale Mono" panose="020B0509000000000004" pitchFamily="49" charset="0"/>
                          </a:endParaRPr>
                        </a:p>
                      </a:txBody>
                      <a:tcP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(0, 2)</a:t>
                          </a: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b="1"/>
                            <a:t>10</a:t>
                          </a:r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5070925"/>
                      </a:ext>
                    </a:extLst>
                  </a:tr>
                  <a:tr h="50376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1</a:t>
                          </a:r>
                        </a:p>
                      </a:txBody>
                      <a:tcPr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1</a:t>
                          </a:r>
                        </a:p>
                      </a:txBody>
                      <a:tcPr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Action 2</a:t>
                          </a:r>
                          <a:endParaRPr lang="en-GB" b="1">
                            <a:latin typeface="Andale Mono" panose="020B0509000000000004" pitchFamily="49" charset="0"/>
                          </a:endParaRPr>
                        </a:p>
                      </a:txBody>
                      <a:tcP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(2, 2)</a:t>
                          </a: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>
                              <a:solidFill>
                                <a:srgbClr val="C00000"/>
                              </a:solidFill>
                            </a:rPr>
                            <a:t>-1</a:t>
                          </a:r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61249452"/>
                      </a:ext>
                    </a:extLst>
                  </a:tr>
                  <a:tr h="31057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...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...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...</a:t>
                          </a:r>
                        </a:p>
                      </a:txBody>
                      <a:tcP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932942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BB6C7818-B9E1-8F5A-6626-AFADAAC25B0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46887656"/>
                  </p:ext>
                </p:extLst>
              </p:nvPr>
            </p:nvGraphicFramePr>
            <p:xfrm>
              <a:off x="2050398" y="1343818"/>
              <a:ext cx="7322434" cy="1739046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1028978">
                      <a:extLst>
                        <a:ext uri="{9D8B030D-6E8A-4147-A177-3AD203B41FA5}">
                          <a16:colId xmlns:a16="http://schemas.microsoft.com/office/drawing/2014/main" val="2417918394"/>
                        </a:ext>
                      </a:extLst>
                    </a:gridCol>
                    <a:gridCol w="1169895">
                      <a:extLst>
                        <a:ext uri="{9D8B030D-6E8A-4147-A177-3AD203B41FA5}">
                          <a16:colId xmlns:a16="http://schemas.microsoft.com/office/drawing/2014/main" val="1221173384"/>
                        </a:ext>
                      </a:extLst>
                    </a:gridCol>
                    <a:gridCol w="1521711">
                      <a:extLst>
                        <a:ext uri="{9D8B030D-6E8A-4147-A177-3AD203B41FA5}">
                          <a16:colId xmlns:a16="http://schemas.microsoft.com/office/drawing/2014/main" val="1137138093"/>
                        </a:ext>
                      </a:extLst>
                    </a:gridCol>
                    <a:gridCol w="1945651">
                      <a:extLst>
                        <a:ext uri="{9D8B030D-6E8A-4147-A177-3AD203B41FA5}">
                          <a16:colId xmlns:a16="http://schemas.microsoft.com/office/drawing/2014/main" val="2453398817"/>
                        </a:ext>
                      </a:extLst>
                    </a:gridCol>
                    <a:gridCol w="1656199">
                      <a:extLst>
                        <a:ext uri="{9D8B030D-6E8A-4147-A177-3AD203B41FA5}">
                          <a16:colId xmlns:a16="http://schemas.microsoft.com/office/drawing/2014/main" val="1601197158"/>
                        </a:ext>
                      </a:extLst>
                    </a:gridCol>
                  </a:tblGrid>
                  <a:tr h="365760"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7" t="-8333" r="-233518" b="-403333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44800" t="-8333" r="-237200" b="-4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91850" t="-8333" r="-85893" b="-4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42279" t="-8333" r="-735" b="-40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93791780"/>
                      </a:ext>
                    </a:extLst>
                  </a:tr>
                  <a:tr h="50376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1</a:t>
                          </a:r>
                        </a:p>
                      </a:txBody>
                      <a:tcPr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2</a:t>
                          </a:r>
                        </a:p>
                      </a:txBody>
                      <a:tcPr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b="1"/>
                            <a:t>Action 1 [L]</a:t>
                          </a:r>
                          <a:endParaRPr lang="en-GB" b="1">
                            <a:latin typeface="Andale Mono" panose="020B0509000000000004" pitchFamily="49" charset="0"/>
                          </a:endParaRPr>
                        </a:p>
                      </a:txBody>
                      <a:tcP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(0, 2)</a:t>
                          </a: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b="1"/>
                            <a:t>10</a:t>
                          </a:r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5070925"/>
                      </a:ext>
                    </a:extLst>
                  </a:tr>
                  <a:tr h="50376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1</a:t>
                          </a:r>
                        </a:p>
                      </a:txBody>
                      <a:tcPr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1</a:t>
                          </a:r>
                        </a:p>
                      </a:txBody>
                      <a:tcPr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Action 2</a:t>
                          </a:r>
                          <a:endParaRPr lang="en-GB" b="1">
                            <a:latin typeface="Andale Mono" panose="020B0509000000000004" pitchFamily="49" charset="0"/>
                          </a:endParaRPr>
                        </a:p>
                      </a:txBody>
                      <a:tcP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(2, 2)</a:t>
                          </a: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>
                              <a:solidFill>
                                <a:srgbClr val="C00000"/>
                              </a:solidFill>
                            </a:rPr>
                            <a:t>-1</a:t>
                          </a:r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6124945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...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...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...</a:t>
                          </a:r>
                        </a:p>
                      </a:txBody>
                      <a:tcP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9329420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785FD2F-0C59-9F90-8306-48482D3380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2709" y="4274693"/>
            <a:ext cx="10515600" cy="2583307"/>
          </a:xfrm>
        </p:spPr>
        <p:txBody>
          <a:bodyPr>
            <a:normAutofit fontScale="70000" lnSpcReduction="20000"/>
          </a:bodyPr>
          <a:lstStyle/>
          <a:p>
            <a:r>
              <a:rPr lang="en-GB" b="1"/>
              <a:t>Learning Objective:</a:t>
            </a:r>
          </a:p>
          <a:p>
            <a:pPr lvl="1"/>
            <a:r>
              <a:rPr lang="en-GB" b="1"/>
              <a:t>Loss </a:t>
            </a:r>
            <a:r>
              <a:rPr lang="en-GB"/>
              <a:t>= weighted negative log likelihood of action</a:t>
            </a:r>
          </a:p>
          <a:p>
            <a:r>
              <a:rPr lang="en-GB"/>
              <a:t>Use of </a:t>
            </a:r>
            <a:r>
              <a:rPr lang="en-GB" b="1"/>
              <a:t>RETURN:</a:t>
            </a:r>
          </a:p>
          <a:p>
            <a:pPr lvl="1"/>
            <a:r>
              <a:rPr lang="en-GB"/>
              <a:t>Creates noisy updates: the latest methods attempt to fix this</a:t>
            </a:r>
          </a:p>
          <a:p>
            <a:pPr lvl="1"/>
            <a:r>
              <a:rPr lang="en-GB"/>
              <a:t>Read more about the use of </a:t>
            </a:r>
            <a:r>
              <a:rPr lang="en-GB" b="1"/>
              <a:t>ADVANTAGE</a:t>
            </a:r>
            <a:r>
              <a:rPr lang="en-GB"/>
              <a:t> (instead of </a:t>
            </a:r>
            <a:r>
              <a:rPr lang="en-GB" b="1"/>
              <a:t>RETURN)</a:t>
            </a:r>
          </a:p>
          <a:p>
            <a:pPr lvl="2"/>
            <a:r>
              <a:rPr lang="en-GB" b="1"/>
              <a:t>Advantage: </a:t>
            </a:r>
            <a:r>
              <a:rPr lang="en-GB"/>
              <a:t>the difference between the </a:t>
            </a:r>
            <a:r>
              <a:rPr lang="en-GB" b="1"/>
              <a:t>best G </a:t>
            </a:r>
            <a:r>
              <a:rPr lang="en-GB"/>
              <a:t>from a state and the </a:t>
            </a:r>
            <a:r>
              <a:rPr lang="en-GB" b="1"/>
              <a:t>average G</a:t>
            </a:r>
            <a:r>
              <a:rPr lang="en-GB"/>
              <a:t> from that state</a:t>
            </a:r>
          </a:p>
          <a:p>
            <a:pPr lvl="2"/>
            <a:r>
              <a:rPr lang="en-GB"/>
              <a:t>This makes the value smaller, hence a </a:t>
            </a:r>
            <a:r>
              <a:rPr lang="en-GB" b="1"/>
              <a:t>reduction in noise</a:t>
            </a:r>
          </a:p>
          <a:p>
            <a:r>
              <a:rPr lang="en-GB"/>
              <a:t>Latest Algorithms:</a:t>
            </a:r>
          </a:p>
          <a:p>
            <a:pPr lvl="1"/>
            <a:r>
              <a:rPr lang="en-GB"/>
              <a:t>TRPO, </a:t>
            </a:r>
            <a:r>
              <a:rPr lang="en-GB" b="1"/>
              <a:t>PPO</a:t>
            </a:r>
            <a:r>
              <a:rPr lang="en-GB"/>
              <a:t>, </a:t>
            </a:r>
            <a:r>
              <a:rPr lang="en-GB" b="1"/>
              <a:t>GRPO,</a:t>
            </a:r>
            <a:r>
              <a:rPr lang="en-GB"/>
              <a:t> etc.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0365AF5-DCA3-0291-2328-65555DC5EB13}"/>
              </a:ext>
            </a:extLst>
          </p:cNvPr>
          <p:cNvGrpSpPr/>
          <p:nvPr/>
        </p:nvGrpSpPr>
        <p:grpSpPr>
          <a:xfrm>
            <a:off x="4530569" y="3429000"/>
            <a:ext cx="3072094" cy="961017"/>
            <a:chOff x="7758678" y="5970920"/>
            <a:chExt cx="3072094" cy="961017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CB5CE6CB-276E-BC98-1BE2-2C31DE91E831}"/>
                </a:ext>
              </a:extLst>
            </p:cNvPr>
            <p:cNvGrpSpPr/>
            <p:nvPr/>
          </p:nvGrpSpPr>
          <p:grpSpPr>
            <a:xfrm>
              <a:off x="7758678" y="5970920"/>
              <a:ext cx="3072094" cy="540000"/>
              <a:chOff x="7758678" y="5970920"/>
              <a:chExt cx="3072094" cy="540000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69B9A322-6452-100B-2EA3-4AA02247DF47}"/>
                  </a:ext>
                </a:extLst>
              </p:cNvPr>
              <p:cNvGrpSpPr/>
              <p:nvPr/>
            </p:nvGrpSpPr>
            <p:grpSpPr>
              <a:xfrm>
                <a:off x="8211818" y="5970920"/>
                <a:ext cx="2240494" cy="540000"/>
                <a:chOff x="2407920" y="3524191"/>
                <a:chExt cx="2269186" cy="540000"/>
              </a:xfrm>
            </p:grpSpPr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3" name="Rectangle 12">
                      <a:extLst>
                        <a:ext uri="{FF2B5EF4-FFF2-40B4-BE49-F238E27FC236}">
                          <a16:creationId xmlns:a16="http://schemas.microsoft.com/office/drawing/2014/main" id="{25027D01-1A9A-384C-082A-7AFF32606BF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34513" y="3524191"/>
                      <a:ext cx="1416000" cy="540000"/>
                    </a:xfrm>
                    <a:prstGeom prst="rect">
                      <a:avLst/>
                    </a:prstGeom>
                    <a:solidFill>
                      <a:schemeClr val="accent2">
                        <a:lumMod val="20000"/>
                        <a:lumOff val="80000"/>
                      </a:schemeClr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𝝅</m:t>
                            </m:r>
                            <m:d>
                              <m:dPr>
                                <m:ctrlPr>
                                  <a:rPr lang="en-US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</m:e>
                            </m:d>
                          </m:oMath>
                        </m:oMathPara>
                      </a14:m>
                      <a:endParaRPr lang="en-GB" b="1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>
                <p:sp>
                  <p:nvSpPr>
                    <p:cNvPr id="13" name="Rectangle 12">
                      <a:extLst>
                        <a:ext uri="{FF2B5EF4-FFF2-40B4-BE49-F238E27FC236}">
                          <a16:creationId xmlns:a16="http://schemas.microsoft.com/office/drawing/2014/main" id="{25027D01-1A9A-384C-082A-7AFF32606BFD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834513" y="3524191"/>
                      <a:ext cx="1416000" cy="540000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4" name="Straight Arrow Connector 13">
                  <a:extLst>
                    <a:ext uri="{FF2B5EF4-FFF2-40B4-BE49-F238E27FC236}">
                      <a16:creationId xmlns:a16="http://schemas.microsoft.com/office/drawing/2014/main" id="{C85CFE98-A1BE-0B4F-1831-693711AD4BB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407920" y="3811118"/>
                  <a:ext cx="426593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Arrow Connector 14">
                  <a:extLst>
                    <a:ext uri="{FF2B5EF4-FFF2-40B4-BE49-F238E27FC236}">
                      <a16:creationId xmlns:a16="http://schemas.microsoft.com/office/drawing/2014/main" id="{8DEA121C-727F-9EB7-834E-7924C004BDB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47517" y="3803750"/>
                  <a:ext cx="429589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CB94BDE4-1EF1-5CE4-3FAC-A9CC611AC737}"/>
                      </a:ext>
                    </a:extLst>
                  </p:cNvPr>
                  <p:cNvSpPr txBox="1"/>
                  <p:nvPr/>
                </p:nvSpPr>
                <p:spPr>
                  <a:xfrm>
                    <a:off x="7758678" y="6065813"/>
                    <a:ext cx="744931" cy="369332"/>
                  </a:xfrm>
                  <a:prstGeom prst="rect">
                    <a:avLst/>
                  </a:prstGeom>
                  <a:noFill/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oMath>
                      </m:oMathPara>
                    </a14:m>
                    <a:endParaRPr lang="en-GB" b="1"/>
                  </a:p>
                </p:txBody>
              </p:sp>
            </mc:Choice>
            <mc:Fallback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CB94BDE4-1EF1-5CE4-3FAC-A9CC611AC73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758678" y="6065813"/>
                    <a:ext cx="744931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DCF3A94E-D7DA-870E-DDBB-C8329FF04AE8}"/>
                      </a:ext>
                    </a:extLst>
                  </p:cNvPr>
                  <p:cNvSpPr txBox="1"/>
                  <p:nvPr/>
                </p:nvSpPr>
                <p:spPr>
                  <a:xfrm>
                    <a:off x="10409573" y="6065813"/>
                    <a:ext cx="421199" cy="378630"/>
                  </a:xfrm>
                  <a:prstGeom prst="rect">
                    <a:avLst/>
                  </a:prstGeom>
                  <a:noFill/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̂"/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acc>
                        </m:oMath>
                      </m:oMathPara>
                    </a14:m>
                    <a:endParaRPr lang="en-GB" b="1"/>
                  </a:p>
                </p:txBody>
              </p:sp>
            </mc:Choice>
            <mc:Fallback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DCF3A94E-D7DA-870E-DDBB-C8329FF04AE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409573" y="6065813"/>
                    <a:ext cx="421199" cy="378630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t="-6452" r="-1304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01540F1-58C5-DEBA-9904-3176DEBE2DE2}"/>
                </a:ext>
              </a:extLst>
            </p:cNvPr>
            <p:cNvSpPr txBox="1"/>
            <p:nvPr/>
          </p:nvSpPr>
          <p:spPr>
            <a:xfrm>
              <a:off x="8475997" y="6562605"/>
              <a:ext cx="17586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/>
                <a:t>Policy Network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EE05178-D5D3-9254-0B9D-0CAF283684C6}"/>
                  </a:ext>
                </a:extLst>
              </p:cNvPr>
              <p:cNvSpPr txBox="1"/>
              <p:nvPr/>
            </p:nvSpPr>
            <p:spPr>
              <a:xfrm>
                <a:off x="7602663" y="3242364"/>
                <a:ext cx="3906982" cy="13170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/>
                  <a:t>Classification Task:</a:t>
                </a:r>
              </a:p>
              <a:p>
                <a:r>
                  <a:rPr lang="en-US"/>
                  <a:t>Use </a:t>
                </a:r>
                <a:r>
                  <a:rPr lang="en-US" b="1"/>
                  <a:t>cross-entropy loss: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𝑮</m:t>
                          </m:r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 × </m:t>
                          </m:r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𝒍𝒐𝒈</m:t>
                          </m:r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𝝅</m:t>
                          </m:r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acc>
                            <m:accPr>
                              <m:chr m:val="̂"/>
                              <m:ctrlPr>
                                <a:rPr lang="en-US" b="1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1" i="1" dirty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acc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))</m:t>
                          </m:r>
                        </m:e>
                      </m:nary>
                    </m:oMath>
                  </m:oMathPara>
                </a14:m>
                <a:endParaRPr lang="en-US" b="1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EE05178-D5D3-9254-0B9D-0CAF283684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2663" y="3242364"/>
                <a:ext cx="3906982" cy="1317027"/>
              </a:xfrm>
              <a:prstGeom prst="rect">
                <a:avLst/>
              </a:prstGeom>
              <a:blipFill>
                <a:blip r:embed="rId6"/>
                <a:stretch>
                  <a:fillRect l="-1248" t="-2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D85AD743-4FDA-C145-4299-8BDD88416A3C}"/>
              </a:ext>
            </a:extLst>
          </p:cNvPr>
          <p:cNvSpPr/>
          <p:nvPr/>
        </p:nvSpPr>
        <p:spPr>
          <a:xfrm>
            <a:off x="3916909" y="1281535"/>
            <a:ext cx="2133600" cy="1876001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3598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04D46-86BE-C9FF-2539-F9E16742B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510" y="18255"/>
            <a:ext cx="10515600" cy="1325563"/>
          </a:xfrm>
        </p:spPr>
        <p:txBody>
          <a:bodyPr/>
          <a:lstStyle/>
          <a:p>
            <a:r>
              <a:rPr lang="en-GB"/>
              <a:t>Summary: Different RL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C810B2-023F-A3F8-D0A9-09DDB03AEF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691" y="1493116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GB" b="1"/>
              <a:t>Policy-based:</a:t>
            </a:r>
          </a:p>
          <a:p>
            <a:pPr lvl="1"/>
            <a:r>
              <a:rPr lang="en-GB"/>
              <a:t>Direct optimization objective</a:t>
            </a:r>
          </a:p>
          <a:p>
            <a:pPr lvl="1"/>
            <a:r>
              <a:rPr lang="en-GB"/>
              <a:t>Required more samples: </a:t>
            </a:r>
          </a:p>
          <a:p>
            <a:pPr lvl="2"/>
            <a:r>
              <a:rPr lang="en-GB"/>
              <a:t>Can’t reuse samples from the old policy  (</a:t>
            </a:r>
            <a:r>
              <a:rPr lang="en-GB" b="1"/>
              <a:t>On-policy</a:t>
            </a:r>
            <a:r>
              <a:rPr lang="en-GB"/>
              <a:t>)</a:t>
            </a:r>
          </a:p>
          <a:p>
            <a:pPr lvl="1"/>
            <a:r>
              <a:rPr lang="en-GB" b="1"/>
              <a:t>REINFORCE</a:t>
            </a:r>
            <a:r>
              <a:rPr lang="en-GB"/>
              <a:t>, TRPO, PPO, etc.</a:t>
            </a:r>
          </a:p>
          <a:p>
            <a:pPr lvl="1"/>
            <a:r>
              <a:rPr lang="en-GB"/>
              <a:t>Better handling of </a:t>
            </a:r>
            <a:r>
              <a:rPr lang="en-GB" b="1"/>
              <a:t>Continuous Action</a:t>
            </a:r>
          </a:p>
          <a:p>
            <a:r>
              <a:rPr lang="en-GB" b="1"/>
              <a:t>Value-based: </a:t>
            </a:r>
          </a:p>
          <a:p>
            <a:pPr lvl="1"/>
            <a:r>
              <a:rPr lang="en-GB"/>
              <a:t>Indirect optimization objective</a:t>
            </a:r>
          </a:p>
          <a:p>
            <a:pPr lvl="1"/>
            <a:r>
              <a:rPr lang="en-GB"/>
              <a:t>Sample efficient:</a:t>
            </a:r>
          </a:p>
          <a:p>
            <a:pPr lvl="2"/>
            <a:r>
              <a:rPr lang="en-GB"/>
              <a:t>Can reuse samples from old policy (</a:t>
            </a:r>
            <a:r>
              <a:rPr lang="en-GB" b="1"/>
              <a:t>Off-policy</a:t>
            </a:r>
            <a:r>
              <a:rPr lang="en-GB"/>
              <a:t>)</a:t>
            </a:r>
          </a:p>
          <a:p>
            <a:pPr lvl="1"/>
            <a:r>
              <a:rPr lang="en-GB" b="1"/>
              <a:t>DQN</a:t>
            </a:r>
            <a:r>
              <a:rPr lang="en-GB"/>
              <a:t>, SAC, etc.</a:t>
            </a:r>
          </a:p>
          <a:p>
            <a:pPr lvl="2"/>
            <a:endParaRPr lang="en-GB" b="1"/>
          </a:p>
          <a:p>
            <a:pPr lvl="2"/>
            <a:endParaRPr lang="en-GB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FFB9483-6FAF-005C-490A-EF3F6705244F}"/>
              </a:ext>
            </a:extLst>
          </p:cNvPr>
          <p:cNvSpPr/>
          <p:nvPr/>
        </p:nvSpPr>
        <p:spPr>
          <a:xfrm>
            <a:off x="3175387" y="5844454"/>
            <a:ext cx="5841225" cy="437759"/>
          </a:xfrm>
          <a:prstGeom prst="roundRect">
            <a:avLst>
              <a:gd name="adj" fmla="val 5144"/>
            </a:avLst>
          </a:prstGeom>
          <a:solidFill>
            <a:schemeClr val="bg1">
              <a:lumMod val="95000"/>
              <a:alpha val="58499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The latest algorithms are hybrid (Actor-Critic)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7711670-B5D9-EFAD-C96F-DBD90A98C58E}"/>
              </a:ext>
            </a:extLst>
          </p:cNvPr>
          <p:cNvGrpSpPr/>
          <p:nvPr/>
        </p:nvGrpSpPr>
        <p:grpSpPr>
          <a:xfrm>
            <a:off x="8458116" y="2016068"/>
            <a:ext cx="2914618" cy="888985"/>
            <a:chOff x="1323025" y="5950760"/>
            <a:chExt cx="2914618" cy="888985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BF48ED50-D9B1-96C4-F82C-7F51B4D84040}"/>
                </a:ext>
              </a:extLst>
            </p:cNvPr>
            <p:cNvGrpSpPr/>
            <p:nvPr/>
          </p:nvGrpSpPr>
          <p:grpSpPr>
            <a:xfrm>
              <a:off x="1618689" y="5950760"/>
              <a:ext cx="2240494" cy="540000"/>
              <a:chOff x="2407920" y="3524191"/>
              <a:chExt cx="2269186" cy="540000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0" name="Rectangle 9">
                    <a:extLst>
                      <a:ext uri="{FF2B5EF4-FFF2-40B4-BE49-F238E27FC236}">
                        <a16:creationId xmlns:a16="http://schemas.microsoft.com/office/drawing/2014/main" id="{8FB226D0-AE22-6F31-38D9-3C292E1367EB}"/>
                      </a:ext>
                    </a:extLst>
                  </p:cNvPr>
                  <p:cNvSpPr/>
                  <p:nvPr/>
                </p:nvSpPr>
                <p:spPr>
                  <a:xfrm>
                    <a:off x="2834513" y="3524191"/>
                    <a:ext cx="1416000" cy="540000"/>
                  </a:xfrm>
                  <a:prstGeom prst="rect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  <m:d>
                            <m:dPr>
                              <m:ctrlP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</m:d>
                        </m:oMath>
                      </m:oMathPara>
                    </a14:m>
                    <a:endParaRPr lang="en-GB" b="1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10" name="Rectangle 9">
                    <a:extLst>
                      <a:ext uri="{FF2B5EF4-FFF2-40B4-BE49-F238E27FC236}">
                        <a16:creationId xmlns:a16="http://schemas.microsoft.com/office/drawing/2014/main" id="{8FB226D0-AE22-6F31-38D9-3C292E1367E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34513" y="3524191"/>
                    <a:ext cx="1416000" cy="540000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1B446F49-083F-7605-0C56-903EBB45BA7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07920" y="3811118"/>
                <a:ext cx="426593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C44A7472-2559-7B34-E5FA-42139B9C7BE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47517" y="3803750"/>
                <a:ext cx="429589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00ECF946-B4DB-2EA3-9BE9-39B10367C67C}"/>
                    </a:ext>
                  </a:extLst>
                </p:cNvPr>
                <p:cNvSpPr txBox="1"/>
                <p:nvPr/>
              </p:nvSpPr>
              <p:spPr>
                <a:xfrm>
                  <a:off x="1323025" y="6045653"/>
                  <a:ext cx="421199" cy="369332"/>
                </a:xfrm>
                <a:prstGeom prst="rect">
                  <a:avLst/>
                </a:prstGeom>
                <a:noFill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𝒔</m:t>
                        </m:r>
                      </m:oMath>
                    </m:oMathPara>
                  </a14:m>
                  <a:endParaRPr lang="en-GB" b="1"/>
                </a:p>
              </p:txBody>
            </p:sp>
          </mc:Choice>
          <mc:Fallback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00ECF946-B4DB-2EA3-9BE9-39B10367C6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23025" y="6045653"/>
                  <a:ext cx="421199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2CE24A62-C5D1-43DF-E155-C4EF905B8638}"/>
                    </a:ext>
                  </a:extLst>
                </p:cNvPr>
                <p:cNvSpPr txBox="1"/>
                <p:nvPr/>
              </p:nvSpPr>
              <p:spPr>
                <a:xfrm>
                  <a:off x="3816444" y="6045653"/>
                  <a:ext cx="421199" cy="369332"/>
                </a:xfrm>
                <a:prstGeom prst="rect">
                  <a:avLst/>
                </a:prstGeom>
                <a:noFill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oMath>
                    </m:oMathPara>
                  </a14:m>
                  <a:endParaRPr lang="en-GB" b="1"/>
                </a:p>
              </p:txBody>
            </p:sp>
          </mc:Choice>
          <mc:Fallback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2CE24A62-C5D1-43DF-E155-C4EF905B86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16444" y="6045653"/>
                  <a:ext cx="421199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04BEDA3-3F8C-3AFA-A823-82611CC5B491}"/>
                </a:ext>
              </a:extLst>
            </p:cNvPr>
            <p:cNvSpPr txBox="1"/>
            <p:nvPr/>
          </p:nvSpPr>
          <p:spPr>
            <a:xfrm>
              <a:off x="1859624" y="6470413"/>
              <a:ext cx="17586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/>
                <a:t>Policy Network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EEB5FCB-1111-B639-1199-264C20511482}"/>
              </a:ext>
            </a:extLst>
          </p:cNvPr>
          <p:cNvGrpSpPr/>
          <p:nvPr/>
        </p:nvGrpSpPr>
        <p:grpSpPr>
          <a:xfrm>
            <a:off x="8162093" y="4267950"/>
            <a:ext cx="3210641" cy="880058"/>
            <a:chOff x="7620131" y="5970920"/>
            <a:chExt cx="3210641" cy="880058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5AD415F5-8E76-8EA9-EE11-F227D661DA16}"/>
                </a:ext>
              </a:extLst>
            </p:cNvPr>
            <p:cNvGrpSpPr/>
            <p:nvPr/>
          </p:nvGrpSpPr>
          <p:grpSpPr>
            <a:xfrm>
              <a:off x="7620131" y="5970920"/>
              <a:ext cx="3210641" cy="540000"/>
              <a:chOff x="7620131" y="5970920"/>
              <a:chExt cx="3210641" cy="540000"/>
            </a:xfrm>
          </p:grpSpPr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6F7E1E5E-DD7E-0721-FBEF-F43426BDF05B}"/>
                  </a:ext>
                </a:extLst>
              </p:cNvPr>
              <p:cNvGrpSpPr/>
              <p:nvPr/>
            </p:nvGrpSpPr>
            <p:grpSpPr>
              <a:xfrm>
                <a:off x="8211818" y="5970920"/>
                <a:ext cx="2240494" cy="540000"/>
                <a:chOff x="2407920" y="3524191"/>
                <a:chExt cx="2269186" cy="540000"/>
              </a:xfrm>
            </p:grpSpPr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9" name="Rectangle 18">
                      <a:extLst>
                        <a:ext uri="{FF2B5EF4-FFF2-40B4-BE49-F238E27FC236}">
                          <a16:creationId xmlns:a16="http://schemas.microsoft.com/office/drawing/2014/main" id="{43D12E34-9E71-E1A8-CADA-58E3B11EC43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34513" y="3524191"/>
                      <a:ext cx="1416000" cy="540000"/>
                    </a:xfrm>
                    <a:prstGeom prst="rect">
                      <a:avLst/>
                    </a:prstGeom>
                    <a:solidFill>
                      <a:schemeClr val="accent2">
                        <a:lumMod val="20000"/>
                        <a:lumOff val="80000"/>
                      </a:schemeClr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𝑸</m:t>
                            </m:r>
                            <m:d>
                              <m:dPr>
                                <m:ctrlPr>
                                  <a:rPr lang="en-US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e>
                            </m:d>
                          </m:oMath>
                        </m:oMathPara>
                      </a14:m>
                      <a:endParaRPr lang="en-GB" b="1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>
                <p:sp>
                  <p:nvSpPr>
                    <p:cNvPr id="19" name="Rectangle 18">
                      <a:extLst>
                        <a:ext uri="{FF2B5EF4-FFF2-40B4-BE49-F238E27FC236}">
                          <a16:creationId xmlns:a16="http://schemas.microsoft.com/office/drawing/2014/main" id="{43D12E34-9E71-E1A8-CADA-58E3B11EC43E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834513" y="3524191"/>
                      <a:ext cx="1416000" cy="540000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20" name="Straight Arrow Connector 19">
                  <a:extLst>
                    <a:ext uri="{FF2B5EF4-FFF2-40B4-BE49-F238E27FC236}">
                      <a16:creationId xmlns:a16="http://schemas.microsoft.com/office/drawing/2014/main" id="{15611E4F-6E34-4BAE-D5FF-B2A431C42C8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407920" y="3811118"/>
                  <a:ext cx="426593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Straight Arrow Connector 20">
                  <a:extLst>
                    <a:ext uri="{FF2B5EF4-FFF2-40B4-BE49-F238E27FC236}">
                      <a16:creationId xmlns:a16="http://schemas.microsoft.com/office/drawing/2014/main" id="{7F2A3E2A-76FC-20D3-899E-287408AE01D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47517" y="3803750"/>
                  <a:ext cx="429589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4C779027-8328-A8C5-F930-8E6A54DA7C23}"/>
                      </a:ext>
                    </a:extLst>
                  </p:cNvPr>
                  <p:cNvSpPr txBox="1"/>
                  <p:nvPr/>
                </p:nvSpPr>
                <p:spPr>
                  <a:xfrm>
                    <a:off x="7620131" y="6065813"/>
                    <a:ext cx="744931" cy="369332"/>
                  </a:xfrm>
                  <a:prstGeom prst="rect">
                    <a:avLst/>
                  </a:prstGeom>
                  <a:noFill/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oMath>
                      </m:oMathPara>
                    </a14:m>
                    <a:endParaRPr lang="en-GB" b="1"/>
                  </a:p>
                </p:txBody>
              </p:sp>
            </mc:Choice>
            <mc:Fallback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4C779027-8328-A8C5-F930-8E6A54DA7C2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20131" y="6065813"/>
                    <a:ext cx="744931" cy="36933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8" name="TextBox 17">
                    <a:extLst>
                      <a:ext uri="{FF2B5EF4-FFF2-40B4-BE49-F238E27FC236}">
                        <a16:creationId xmlns:a16="http://schemas.microsoft.com/office/drawing/2014/main" id="{CB3A73DA-C04E-6E58-41C6-870EFF1E492A}"/>
                      </a:ext>
                    </a:extLst>
                  </p:cNvPr>
                  <p:cNvSpPr txBox="1"/>
                  <p:nvPr/>
                </p:nvSpPr>
                <p:spPr>
                  <a:xfrm>
                    <a:off x="10409573" y="6065813"/>
                    <a:ext cx="421199" cy="369332"/>
                  </a:xfrm>
                  <a:prstGeom prst="rect">
                    <a:avLst/>
                  </a:prstGeom>
                  <a:noFill/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𝑮</m:t>
                          </m:r>
                        </m:oMath>
                      </m:oMathPara>
                    </a14:m>
                    <a:endParaRPr lang="en-GB" b="1"/>
                  </a:p>
                </p:txBody>
              </p:sp>
            </mc:Choice>
            <mc:Fallback>
              <p:sp>
                <p:nvSpPr>
                  <p:cNvPr id="18" name="TextBox 17">
                    <a:extLst>
                      <a:ext uri="{FF2B5EF4-FFF2-40B4-BE49-F238E27FC236}">
                        <a16:creationId xmlns:a16="http://schemas.microsoft.com/office/drawing/2014/main" id="{CB3A73DA-C04E-6E58-41C6-870EFF1E492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409573" y="6065813"/>
                    <a:ext cx="421199" cy="36933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B1E95F9-0263-0ACA-2C20-97B71A2C8113}"/>
                </a:ext>
              </a:extLst>
            </p:cNvPr>
            <p:cNvSpPr txBox="1"/>
            <p:nvPr/>
          </p:nvSpPr>
          <p:spPr>
            <a:xfrm>
              <a:off x="8604739" y="6481646"/>
              <a:ext cx="17121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/>
                <a:t>Value Network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93982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0AD86-A283-869D-8B1D-A40EF4CF2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254" y="18255"/>
            <a:ext cx="10515600" cy="1325563"/>
          </a:xfrm>
        </p:spPr>
        <p:txBody>
          <a:bodyPr/>
          <a:lstStyle/>
          <a:p>
            <a:r>
              <a:rPr lang="en-US"/>
              <a:t>Libraries for RL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3CF247-9FB5-20E2-6F32-701B29A335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31819"/>
            <a:ext cx="10515600" cy="4528272"/>
          </a:xfrm>
        </p:spPr>
        <p:txBody>
          <a:bodyPr>
            <a:normAutofit lnSpcReduction="10000"/>
          </a:bodyPr>
          <a:lstStyle/>
          <a:p>
            <a:r>
              <a:rPr lang="en-US" b="1"/>
              <a:t>StableBaselines3:</a:t>
            </a:r>
          </a:p>
          <a:p>
            <a:pPr lvl="1"/>
            <a:r>
              <a:rPr lang="en-US"/>
              <a:t>Easy to use</a:t>
            </a:r>
          </a:p>
          <a:p>
            <a:pPr lvl="1"/>
            <a:r>
              <a:rPr lang="en-US"/>
              <a:t>Hard to modify the underlying algorithms</a:t>
            </a:r>
          </a:p>
          <a:p>
            <a:r>
              <a:rPr lang="en-US" err="1"/>
              <a:t>CleanRL</a:t>
            </a:r>
            <a:r>
              <a:rPr lang="en-US"/>
              <a:t>:</a:t>
            </a:r>
          </a:p>
          <a:p>
            <a:pPr lvl="1"/>
            <a:r>
              <a:rPr lang="en-US"/>
              <a:t>Easy to modify RL algorithms (single-file implementation)</a:t>
            </a:r>
          </a:p>
          <a:p>
            <a:pPr lvl="1"/>
            <a:r>
              <a:rPr lang="en-US"/>
              <a:t>For small-scale experiments</a:t>
            </a:r>
          </a:p>
          <a:p>
            <a:r>
              <a:rPr lang="en-SG" err="1"/>
              <a:t>RLLib</a:t>
            </a:r>
            <a:endParaRPr lang="en-SG"/>
          </a:p>
          <a:p>
            <a:pPr lvl="1"/>
            <a:r>
              <a:rPr lang="en-SG"/>
              <a:t>Industry grade</a:t>
            </a:r>
          </a:p>
          <a:p>
            <a:pPr lvl="1"/>
            <a:r>
              <a:rPr lang="en-SG"/>
              <a:t>Used for resource-intensive tasks: distributed training</a:t>
            </a:r>
          </a:p>
          <a:p>
            <a:r>
              <a:rPr lang="en-SG" err="1"/>
              <a:t>TorchRL</a:t>
            </a:r>
            <a:endParaRPr lang="en-SG"/>
          </a:p>
          <a:p>
            <a:pPr lvl="1"/>
            <a:r>
              <a:rPr lang="en-SG"/>
              <a:t>New </a:t>
            </a:r>
            <a:r>
              <a:rPr lang="en-SG" err="1"/>
              <a:t>PyTorch</a:t>
            </a:r>
            <a:r>
              <a:rPr lang="en-SG"/>
              <a:t>-compatible library (</a:t>
            </a:r>
            <a:r>
              <a:rPr lang="en-SG" i="1"/>
              <a:t>may get famous in the future)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2368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C2113-CDC7-F5BE-1011-56404EB4F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B61B37C-1C2C-3D00-F94B-1C41D5CD7F3C}"/>
              </a:ext>
            </a:extLst>
          </p:cNvPr>
          <p:cNvSpPr txBox="1"/>
          <p:nvPr/>
        </p:nvSpPr>
        <p:spPr>
          <a:xfrm>
            <a:off x="246530" y="1931012"/>
            <a:ext cx="9789859" cy="41857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400" b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env = GridWorld4x4(</a:t>
            </a:r>
            <a:r>
              <a:rPr lang="en-SG" sz="1400" b="1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max_steps</a:t>
            </a:r>
            <a:r>
              <a:rPr lang="en-SG" sz="1400" b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=40)</a:t>
            </a:r>
          </a:p>
          <a:p>
            <a:br>
              <a:rPr lang="en-SG" sz="1400" b="1"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en-SG" sz="1400" b="1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SG" sz="1400" b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model = DQN(</a:t>
            </a:r>
          </a:p>
          <a:p>
            <a:pPr lvl="1"/>
            <a:r>
              <a:rPr lang="en-SG" sz="1400" b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SG" sz="1400" b="1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MlpPolicy</a:t>
            </a:r>
            <a:r>
              <a:rPr lang="en-SG" sz="1400" b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",</a:t>
            </a:r>
          </a:p>
          <a:p>
            <a:pPr lvl="1"/>
            <a:r>
              <a:rPr lang="en-SG" sz="1400" b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env,</a:t>
            </a:r>
          </a:p>
          <a:p>
            <a:pPr lvl="1"/>
            <a:r>
              <a:rPr lang="en-SG" sz="1400" b="1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learning_rate</a:t>
            </a:r>
            <a:r>
              <a:rPr lang="en-SG" sz="1400" b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=1e-3, </a:t>
            </a:r>
            <a:r>
              <a:rPr lang="en-SG" sz="140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step size for the Adam optimizer</a:t>
            </a:r>
          </a:p>
          <a:p>
            <a:pPr lvl="1"/>
            <a:r>
              <a:rPr lang="en-SG" sz="1400" b="1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buffer_size</a:t>
            </a:r>
            <a:r>
              <a:rPr lang="en-SG" sz="1400" b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=10_000, </a:t>
            </a:r>
            <a:r>
              <a:rPr lang="en-SG" sz="140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replay buffer capacity; stores past (s, a, r, s') transitions</a:t>
            </a:r>
          </a:p>
          <a:p>
            <a:pPr lvl="1"/>
            <a:r>
              <a:rPr lang="en-SG" sz="1400" b="1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learning_starts</a:t>
            </a:r>
            <a:r>
              <a:rPr lang="en-SG" sz="1400" b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=5000, </a:t>
            </a:r>
            <a:r>
              <a:rPr lang="en-SG" sz="140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number of steps to collect before training begins</a:t>
            </a:r>
          </a:p>
          <a:p>
            <a:pPr lvl="1"/>
            <a:r>
              <a:rPr lang="en-SG" sz="1400" b="1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batch_size</a:t>
            </a:r>
            <a:r>
              <a:rPr lang="en-SG" sz="1400" b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=128, </a:t>
            </a:r>
            <a:r>
              <a:rPr lang="en-SG" sz="140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number of transitions sampled per gradient update</a:t>
            </a:r>
          </a:p>
          <a:p>
            <a:pPr lvl="1"/>
            <a:r>
              <a:rPr lang="en-SG" sz="1400" b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gamma=0.95, </a:t>
            </a:r>
            <a:r>
              <a:rPr lang="en-SG" sz="140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discount factor; how much future rewards are valued</a:t>
            </a:r>
          </a:p>
          <a:p>
            <a:pPr lvl="1"/>
            <a:r>
              <a:rPr lang="en-SG" sz="1400" b="1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train_freq</a:t>
            </a:r>
            <a:r>
              <a:rPr lang="en-SG" sz="1400" b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=16, </a:t>
            </a:r>
            <a:r>
              <a:rPr lang="en-SG" sz="140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update the network every 4 environment steps</a:t>
            </a:r>
          </a:p>
          <a:p>
            <a:pPr lvl="1"/>
            <a:r>
              <a:rPr lang="en-SG" sz="1400" b="1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target_update_interval</a:t>
            </a:r>
            <a:r>
              <a:rPr lang="en-SG" sz="1400" b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=500, </a:t>
            </a:r>
            <a:r>
              <a:rPr lang="en-SG" sz="140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steps between copying online network weights to target network</a:t>
            </a:r>
          </a:p>
          <a:p>
            <a:pPr lvl="1"/>
            <a:r>
              <a:rPr lang="en-SG" sz="1400" b="1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exploration_fraction</a:t>
            </a:r>
            <a:r>
              <a:rPr lang="en-SG" sz="1400" b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=0.5, </a:t>
            </a:r>
            <a:r>
              <a:rPr lang="en-SG" sz="140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fraction of training spent decaying epsilon (explore → exploit)</a:t>
            </a:r>
          </a:p>
          <a:p>
            <a:pPr lvl="1"/>
            <a:r>
              <a:rPr lang="en-SG" sz="1400" b="1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exploration_final_eps</a:t>
            </a:r>
            <a:r>
              <a:rPr lang="en-SG" sz="1400" b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=0.01, </a:t>
            </a:r>
            <a:r>
              <a:rPr lang="en-SG" sz="140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minimum epsilon; agent still acts randomly 5% of the time</a:t>
            </a:r>
          </a:p>
          <a:p>
            <a:pPr lvl="1"/>
            <a:r>
              <a:rPr lang="en-SG" sz="1400" b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verbose=1, </a:t>
            </a:r>
            <a:r>
              <a:rPr lang="en-SG" sz="140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0 = silent, 1 = training info</a:t>
            </a:r>
          </a:p>
          <a:p>
            <a:pPr lvl="1"/>
            <a:r>
              <a:rPr lang="en-SG" sz="1400" b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seed=SEED,</a:t>
            </a:r>
          </a:p>
          <a:p>
            <a:pPr lvl="1"/>
            <a:r>
              <a:rPr lang="en-SG" sz="1400" b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endParaRPr lang="en-US" sz="14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572D80-1E39-642C-52A2-B2F533171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30" y="231587"/>
            <a:ext cx="10515600" cy="898899"/>
          </a:xfrm>
        </p:spPr>
        <p:txBody>
          <a:bodyPr/>
          <a:lstStyle/>
          <a:p>
            <a:r>
              <a:rPr lang="en-US"/>
              <a:t>StableBaselines3 (Notebook Exercise)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426724E-6239-2A10-A919-57178B39576F}"/>
              </a:ext>
            </a:extLst>
          </p:cNvPr>
          <p:cNvSpPr/>
          <p:nvPr/>
        </p:nvSpPr>
        <p:spPr>
          <a:xfrm>
            <a:off x="246530" y="1791665"/>
            <a:ext cx="6206836" cy="558117"/>
          </a:xfrm>
          <a:prstGeom prst="rect">
            <a:avLst/>
          </a:pr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93FC4D6-2327-87F9-F589-24C60AE5398F}"/>
              </a:ext>
            </a:extLst>
          </p:cNvPr>
          <p:cNvSpPr/>
          <p:nvPr/>
        </p:nvSpPr>
        <p:spPr>
          <a:xfrm>
            <a:off x="246530" y="2583131"/>
            <a:ext cx="9690472" cy="3267537"/>
          </a:xfrm>
          <a:prstGeom prst="rect">
            <a:avLst/>
          </a:pr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5843C31-763D-3C04-4F77-CE3AAA4725EF}"/>
              </a:ext>
            </a:extLst>
          </p:cNvPr>
          <p:cNvSpPr/>
          <p:nvPr/>
        </p:nvSpPr>
        <p:spPr>
          <a:xfrm>
            <a:off x="246532" y="5973628"/>
            <a:ext cx="6206834" cy="752988"/>
          </a:xfrm>
          <a:prstGeom prst="rect">
            <a:avLst/>
          </a:pr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7F258197-05CA-335A-D1D8-8ACA8B6D0122}"/>
              </a:ext>
            </a:extLst>
          </p:cNvPr>
          <p:cNvSpPr/>
          <p:nvPr/>
        </p:nvSpPr>
        <p:spPr>
          <a:xfrm>
            <a:off x="2458301" y="1025827"/>
            <a:ext cx="7275397" cy="649163"/>
          </a:xfrm>
          <a:prstGeom prst="roundRect">
            <a:avLst>
              <a:gd name="adj" fmla="val 5144"/>
            </a:avLst>
          </a:prstGeom>
          <a:solidFill>
            <a:schemeClr val="accent6">
              <a:lumMod val="20000"/>
              <a:lumOff val="80000"/>
              <a:alpha val="58499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chemeClr val="tx1"/>
                </a:solidFill>
              </a:rPr>
              <a:t>Using RL Algorithms (DQN and PPO) to solve the MDP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7BB8436-9F8B-FE37-5E8A-87F193E4E72E}"/>
              </a:ext>
            </a:extLst>
          </p:cNvPr>
          <p:cNvSpPr txBox="1"/>
          <p:nvPr/>
        </p:nvSpPr>
        <p:spPr>
          <a:xfrm>
            <a:off x="6605811" y="1886057"/>
            <a:ext cx="3074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1. Initialize your environment </a:t>
            </a:r>
            <a:endParaRPr lang="en-US" b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8655EF-62F0-8D15-9AC3-E4A78FF42AC1}"/>
              </a:ext>
            </a:extLst>
          </p:cNvPr>
          <p:cNvSpPr txBox="1"/>
          <p:nvPr/>
        </p:nvSpPr>
        <p:spPr>
          <a:xfrm>
            <a:off x="6605811" y="2583131"/>
            <a:ext cx="29752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2. Initialize RL method: DQN</a:t>
            </a:r>
            <a:endParaRPr lang="en-US" b="1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2C7CA0C-FD07-6458-EBE2-37C624BD56D2}"/>
              </a:ext>
            </a:extLst>
          </p:cNvPr>
          <p:cNvSpPr txBox="1"/>
          <p:nvPr/>
        </p:nvSpPr>
        <p:spPr>
          <a:xfrm>
            <a:off x="246530" y="6178410"/>
            <a:ext cx="55515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400" b="1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model.learn</a:t>
            </a:r>
            <a:r>
              <a:rPr lang="en-SG" sz="1400" b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SG" sz="1400" b="1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total_timesteps</a:t>
            </a:r>
            <a:r>
              <a:rPr lang="en-SG" sz="1400" b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=40_000, callback=callback)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909A09B-CF10-9A31-1418-1B0901F62ADF}"/>
              </a:ext>
            </a:extLst>
          </p:cNvPr>
          <p:cNvSpPr txBox="1"/>
          <p:nvPr/>
        </p:nvSpPr>
        <p:spPr>
          <a:xfrm>
            <a:off x="6605811" y="6196322"/>
            <a:ext cx="16901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3. Start training</a:t>
            </a:r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22730273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74727F-68B8-83F0-D0F6-098369751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FAB47-83A8-ACA5-9AA5-DDF48474C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30" y="231587"/>
            <a:ext cx="10515600" cy="898899"/>
          </a:xfrm>
        </p:spPr>
        <p:txBody>
          <a:bodyPr/>
          <a:lstStyle/>
          <a:p>
            <a:r>
              <a:rPr lang="en-US"/>
              <a:t>Advanced Algorithms: PPO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15B935-4956-7771-3A1C-2D3767165E14}"/>
              </a:ext>
            </a:extLst>
          </p:cNvPr>
          <p:cNvSpPr txBox="1"/>
          <p:nvPr/>
        </p:nvSpPr>
        <p:spPr>
          <a:xfrm>
            <a:off x="140563" y="6354931"/>
            <a:ext cx="1072718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err="1">
                <a:ea typeface="+mn-lt"/>
                <a:cs typeface="+mn-lt"/>
              </a:rPr>
              <a:t>DeepSeekMath</a:t>
            </a:r>
            <a:r>
              <a:rPr lang="en-GB">
                <a:ea typeface="+mn-lt"/>
                <a:cs typeface="+mn-lt"/>
              </a:rPr>
              <a:t>: Pushing the Limits of Mathematical Reasoning in Open Language Models</a:t>
            </a:r>
            <a:endParaRPr lang="en-US"/>
          </a:p>
        </p:txBody>
      </p:sp>
      <p:pic>
        <p:nvPicPr>
          <p:cNvPr id="6" name="Content Placeholder 3" descr="A diagram of a model&#10;&#10;AI-generated content may be incorrect.">
            <a:extLst>
              <a:ext uri="{FF2B5EF4-FFF2-40B4-BE49-F238E27FC236}">
                <a16:creationId xmlns:a16="http://schemas.microsoft.com/office/drawing/2014/main" id="{7B3C0282-68A8-5D42-AC03-22E2D35F538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356" r="17870" b="56552"/>
          <a:stretch>
            <a:fillRect/>
          </a:stretch>
        </p:blipFill>
        <p:spPr>
          <a:xfrm>
            <a:off x="1096002" y="1203407"/>
            <a:ext cx="9553454" cy="223519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FE68183-8720-74ED-3E7A-7CDA97BAB4D6}"/>
              </a:ext>
            </a:extLst>
          </p:cNvPr>
          <p:cNvSpPr txBox="1"/>
          <p:nvPr/>
        </p:nvSpPr>
        <p:spPr>
          <a:xfrm>
            <a:off x="1096710" y="3432560"/>
            <a:ext cx="10041308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AutoNum type="arabicPeriod"/>
            </a:pPr>
            <a:r>
              <a:rPr lang="en-GB" b="1">
                <a:ea typeface="+mn-lt"/>
                <a:cs typeface="+mn-lt"/>
              </a:rPr>
              <a:t>Input q</a:t>
            </a:r>
            <a:r>
              <a:rPr lang="en-GB">
                <a:ea typeface="+mn-lt"/>
                <a:cs typeface="+mn-lt"/>
              </a:rPr>
              <a:t> → (e.g., state or prompt) </a:t>
            </a:r>
            <a:endParaRPr lang="en-US"/>
          </a:p>
          <a:p>
            <a:pPr marL="342900" indent="-342900">
              <a:buAutoNum type="arabicPeriod"/>
            </a:pPr>
            <a:r>
              <a:rPr lang="en-GB" b="1">
                <a:ea typeface="+mn-lt"/>
                <a:cs typeface="+mn-lt"/>
              </a:rPr>
              <a:t>Policy model</a:t>
            </a:r>
            <a:r>
              <a:rPr lang="en-GB">
                <a:ea typeface="+mn-lt"/>
                <a:cs typeface="+mn-lt"/>
              </a:rPr>
              <a:t> generates an output o</a:t>
            </a:r>
            <a:endParaRPr lang="en-GB"/>
          </a:p>
          <a:p>
            <a:pPr marL="342900" indent="-342900">
              <a:buAutoNum type="arabicPeriod"/>
            </a:pPr>
            <a:r>
              <a:rPr lang="en-GB">
                <a:ea typeface="+mn-lt"/>
                <a:cs typeface="+mn-lt"/>
              </a:rPr>
              <a:t>That output is evaluated by: </a:t>
            </a:r>
            <a:endParaRPr lang="en-GB"/>
          </a:p>
          <a:p>
            <a:pPr marL="800100" lvl="1" indent="-342900">
              <a:buFont typeface="Arial"/>
              <a:buChar char="•"/>
            </a:pPr>
            <a:r>
              <a:rPr lang="en-GB" b="1">
                <a:ea typeface="+mn-lt"/>
                <a:cs typeface="+mn-lt"/>
              </a:rPr>
              <a:t>Reward model</a:t>
            </a:r>
            <a:r>
              <a:rPr lang="en-GB">
                <a:ea typeface="+mn-lt"/>
                <a:cs typeface="+mn-lt"/>
              </a:rPr>
              <a:t> → gives reward r</a:t>
            </a:r>
            <a:endParaRPr lang="en-GB"/>
          </a:p>
          <a:p>
            <a:pPr marL="800100" lvl="1" indent="-342900">
              <a:buFont typeface="Arial"/>
              <a:buChar char="•"/>
            </a:pPr>
            <a:r>
              <a:rPr lang="en-GB" b="1">
                <a:ea typeface="+mn-lt"/>
                <a:cs typeface="+mn-lt"/>
              </a:rPr>
              <a:t>Value model</a:t>
            </a:r>
            <a:r>
              <a:rPr lang="en-GB">
                <a:ea typeface="+mn-lt"/>
                <a:cs typeface="+mn-lt"/>
              </a:rPr>
              <a:t> → estimates expected reward V</a:t>
            </a:r>
            <a:endParaRPr lang="en-GB"/>
          </a:p>
          <a:p>
            <a:pPr marL="800100" lvl="1" indent="-342900">
              <a:buFont typeface="Arial"/>
              <a:buChar char="•"/>
            </a:pPr>
            <a:r>
              <a:rPr lang="en-GB" b="1">
                <a:ea typeface="+mn-lt"/>
                <a:cs typeface="+mn-lt"/>
              </a:rPr>
              <a:t>Reference model</a:t>
            </a:r>
            <a:r>
              <a:rPr lang="en-GB">
                <a:ea typeface="+mn-lt"/>
                <a:cs typeface="+mn-lt"/>
              </a:rPr>
              <a:t> → used for KL constraint (stability) </a:t>
            </a:r>
            <a:endParaRPr lang="en-GB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1F6F47C-6BA7-1BEB-B244-D91C24E1C8F6}"/>
              </a:ext>
            </a:extLst>
          </p:cNvPr>
          <p:cNvSpPr/>
          <p:nvPr/>
        </p:nvSpPr>
        <p:spPr>
          <a:xfrm>
            <a:off x="1865831" y="5390972"/>
            <a:ext cx="8510187" cy="58396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>
                <a:solidFill>
                  <a:schemeClr val="tx1"/>
                </a:solidFill>
                <a:ea typeface="+mn-lt"/>
                <a:cs typeface="+mn-lt"/>
              </a:rPr>
              <a:t>PPO computes an Advantage  (A) = Reward (r) − Expected Reward (V)</a:t>
            </a:r>
            <a:endParaRPr lang="en-GB" b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54019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F306E-87A4-57D3-994B-B3E1CC1A4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30" y="231587"/>
            <a:ext cx="10515600" cy="898899"/>
          </a:xfrm>
        </p:spPr>
        <p:txBody>
          <a:bodyPr/>
          <a:lstStyle/>
          <a:p>
            <a:r>
              <a:rPr lang="en-US"/>
              <a:t>Advanced Algorithms: GRPO</a:t>
            </a:r>
          </a:p>
        </p:txBody>
      </p:sp>
      <p:pic>
        <p:nvPicPr>
          <p:cNvPr id="4" name="Content Placeholder 3" descr="A diagram of a model&#10;&#10;AI-generated content may be incorrect.">
            <a:extLst>
              <a:ext uri="{FF2B5EF4-FFF2-40B4-BE49-F238E27FC236}">
                <a16:creationId xmlns:a16="http://schemas.microsoft.com/office/drawing/2014/main" id="{F7E9CD33-243C-19CB-60C9-3A7D3A3618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t="44444" r="17968" b="17718"/>
          <a:stretch>
            <a:fillRect/>
          </a:stretch>
        </p:blipFill>
        <p:spPr>
          <a:xfrm>
            <a:off x="876397" y="1117935"/>
            <a:ext cx="9589195" cy="231361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90A4A37-100F-6698-53DF-01B0188B7108}"/>
              </a:ext>
            </a:extLst>
          </p:cNvPr>
          <p:cNvSpPr txBox="1"/>
          <p:nvPr/>
        </p:nvSpPr>
        <p:spPr>
          <a:xfrm>
            <a:off x="140563" y="6354931"/>
            <a:ext cx="1072718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err="1">
                <a:ea typeface="+mn-lt"/>
                <a:cs typeface="+mn-lt"/>
              </a:rPr>
              <a:t>DeepSeekMath</a:t>
            </a:r>
            <a:r>
              <a:rPr lang="en-GB">
                <a:ea typeface="+mn-lt"/>
                <a:cs typeface="+mn-lt"/>
              </a:rPr>
              <a:t>: Pushing the Limits of Mathematical Reasoning in Open Language Models</a:t>
            </a:r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29F19A-08B3-B2AD-0A2E-EA28D8D3FD16}"/>
              </a:ext>
            </a:extLst>
          </p:cNvPr>
          <p:cNvSpPr txBox="1"/>
          <p:nvPr/>
        </p:nvSpPr>
        <p:spPr>
          <a:xfrm>
            <a:off x="1096710" y="3432560"/>
            <a:ext cx="10041308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AutoNum type="arabicPeriod"/>
            </a:pPr>
            <a:r>
              <a:rPr lang="en-GB" b="1">
                <a:ea typeface="+mn-lt"/>
                <a:cs typeface="+mn-lt"/>
              </a:rPr>
              <a:t>Input q</a:t>
            </a:r>
            <a:r>
              <a:rPr lang="en-GB">
                <a:ea typeface="+mn-lt"/>
                <a:cs typeface="+mn-lt"/>
              </a:rPr>
              <a:t> → (e.g., state or prompt) </a:t>
            </a:r>
            <a:endParaRPr lang="en-GB"/>
          </a:p>
          <a:p>
            <a:pPr marL="342900" indent="-342900">
              <a:buAutoNum type="arabicPeriod"/>
            </a:pPr>
            <a:r>
              <a:rPr lang="en-GB" b="1">
                <a:ea typeface="+mn-lt"/>
                <a:cs typeface="+mn-lt"/>
              </a:rPr>
              <a:t>Policy </a:t>
            </a:r>
            <a:r>
              <a:rPr lang="en-GB">
                <a:ea typeface="+mn-lt"/>
                <a:cs typeface="+mn-lt"/>
              </a:rPr>
              <a:t>generates </a:t>
            </a:r>
            <a:r>
              <a:rPr lang="en-GB" b="1">
                <a:ea typeface="+mn-lt"/>
                <a:cs typeface="+mn-lt"/>
              </a:rPr>
              <a:t>multiple outputs</a:t>
            </a:r>
            <a:r>
              <a:rPr lang="en-GB">
                <a:ea typeface="+mn-lt"/>
                <a:cs typeface="+mn-lt"/>
              </a:rPr>
              <a:t>: o1,o2,...,</a:t>
            </a:r>
            <a:r>
              <a:rPr lang="en-GB" err="1">
                <a:ea typeface="+mn-lt"/>
                <a:cs typeface="+mn-lt"/>
              </a:rPr>
              <a:t>oG</a:t>
            </a:r>
            <a:endParaRPr lang="en-GB">
              <a:ea typeface="+mn-lt"/>
              <a:cs typeface="+mn-lt"/>
            </a:endParaRPr>
          </a:p>
          <a:p>
            <a:pPr marL="342900" indent="-342900">
              <a:buAutoNum type="arabicPeriod"/>
            </a:pPr>
            <a:r>
              <a:rPr lang="en-GB">
                <a:ea typeface="+mn-lt"/>
                <a:cs typeface="+mn-lt"/>
              </a:rPr>
              <a:t>Each output gets a reward: r1,r2,...,</a:t>
            </a:r>
            <a:r>
              <a:rPr lang="en-GB" err="1">
                <a:ea typeface="+mn-lt"/>
                <a:cs typeface="+mn-lt"/>
              </a:rPr>
              <a:t>rG</a:t>
            </a:r>
            <a:endParaRPr lang="en-GB" err="1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F6D1A20-BFA6-29D8-4594-A115EA7C3F9C}"/>
              </a:ext>
            </a:extLst>
          </p:cNvPr>
          <p:cNvSpPr/>
          <p:nvPr/>
        </p:nvSpPr>
        <p:spPr>
          <a:xfrm>
            <a:off x="911550" y="4721551"/>
            <a:ext cx="10376018" cy="103973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b="1">
                <a:solidFill>
                  <a:schemeClr val="tx1"/>
                </a:solidFill>
                <a:ea typeface="+mn-lt"/>
                <a:cs typeface="+mn-lt"/>
              </a:rPr>
              <a:t>GRPO has no value model.</a:t>
            </a:r>
          </a:p>
          <a:p>
            <a:pPr algn="ctr"/>
            <a:r>
              <a:rPr lang="en-GB">
                <a:solidFill>
                  <a:schemeClr val="tx1"/>
                </a:solidFill>
                <a:ea typeface="+mn-lt"/>
                <a:cs typeface="+mn-lt"/>
              </a:rPr>
              <a:t>It computes an advantage by performing group computation </a:t>
            </a:r>
          </a:p>
          <a:p>
            <a:pPr algn="ctr"/>
            <a:r>
              <a:rPr lang="en-GB">
                <a:solidFill>
                  <a:schemeClr val="tx1"/>
                </a:solidFill>
                <a:ea typeface="+mn-lt"/>
                <a:cs typeface="+mn-lt"/>
              </a:rPr>
              <a:t>and comparing rewards within the group.</a:t>
            </a:r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83944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3269C6-FDAF-088A-961D-46DE34CB5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417BA-21A2-3864-5219-8769337C0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418" y="274316"/>
            <a:ext cx="10515600" cy="898899"/>
          </a:xfrm>
        </p:spPr>
        <p:txBody>
          <a:bodyPr/>
          <a:lstStyle/>
          <a:p>
            <a:r>
              <a:rPr lang="en-US"/>
              <a:t>Advanced Algorithms: PPO vs GRPO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484C14-2535-27B3-2F7B-69A5B9CB49A4}"/>
              </a:ext>
            </a:extLst>
          </p:cNvPr>
          <p:cNvSpPr txBox="1"/>
          <p:nvPr/>
        </p:nvSpPr>
        <p:spPr>
          <a:xfrm>
            <a:off x="140563" y="6354931"/>
            <a:ext cx="1072718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err="1">
                <a:ea typeface="+mn-lt"/>
                <a:cs typeface="+mn-lt"/>
              </a:rPr>
              <a:t>DeepSeekMath</a:t>
            </a:r>
            <a:r>
              <a:rPr lang="en-GB">
                <a:ea typeface="+mn-lt"/>
                <a:cs typeface="+mn-lt"/>
              </a:rPr>
              <a:t>: Pushing the Limits of Mathematical Reasoning in Open Language Models</a:t>
            </a:r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381290C-9A2D-9240-D4E7-9BD0157EEE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4401565"/>
              </p:ext>
            </p:extLst>
          </p:nvPr>
        </p:nvGraphicFramePr>
        <p:xfrm>
          <a:off x="1142999" y="1833562"/>
          <a:ext cx="10172574" cy="3440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33164">
                  <a:extLst>
                    <a:ext uri="{9D8B030D-6E8A-4147-A177-3AD203B41FA5}">
                      <a16:colId xmlns:a16="http://schemas.microsoft.com/office/drawing/2014/main" val="2001687923"/>
                    </a:ext>
                  </a:extLst>
                </a:gridCol>
                <a:gridCol w="3369705">
                  <a:extLst>
                    <a:ext uri="{9D8B030D-6E8A-4147-A177-3AD203B41FA5}">
                      <a16:colId xmlns:a16="http://schemas.microsoft.com/office/drawing/2014/main" val="2141495025"/>
                    </a:ext>
                  </a:extLst>
                </a:gridCol>
                <a:gridCol w="3369705">
                  <a:extLst>
                    <a:ext uri="{9D8B030D-6E8A-4147-A177-3AD203B41FA5}">
                      <a16:colId xmlns:a16="http://schemas.microsoft.com/office/drawing/2014/main" val="1179819812"/>
                    </a:ext>
                  </a:extLst>
                </a:gridCol>
              </a:tblGrid>
              <a:tr h="688158">
                <a:tc>
                  <a:txBody>
                    <a:bodyPr/>
                    <a:lstStyle/>
                    <a:p>
                      <a:r>
                        <a:rPr lang="en-GB"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OpenAI o1 (PPO)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DeepSeek R1 (GRPO)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6094162"/>
                  </a:ext>
                </a:extLst>
              </a:tr>
              <a:tr h="688158">
                <a:tc>
                  <a:txBody>
                    <a:bodyPr/>
                    <a:lstStyle/>
                    <a:p>
                      <a:r>
                        <a:rPr lang="en-GB"/>
                        <a:t>Models Trained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2 (policy + critic)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1 (policy only)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0601809"/>
                  </a:ext>
                </a:extLst>
              </a:tr>
              <a:tr h="688158">
                <a:tc>
                  <a:txBody>
                    <a:bodyPr/>
                    <a:lstStyle/>
                    <a:p>
                      <a:r>
                        <a:rPr lang="en-GB"/>
                        <a:t>Training 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Compares responses one by 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Ranks multiple responses at once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032932"/>
                  </a:ext>
                </a:extLst>
              </a:tr>
              <a:tr h="688158">
                <a:tc>
                  <a:txBody>
                    <a:bodyPr/>
                    <a:lstStyle/>
                    <a:p>
                      <a:r>
                        <a:rPr lang="en-GB"/>
                        <a:t>Training Speed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Slower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Faster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6678454"/>
                  </a:ext>
                </a:extLst>
              </a:tr>
              <a:tr h="688158">
                <a:tc>
                  <a:txBody>
                    <a:bodyPr/>
                    <a:lstStyle/>
                    <a:p>
                      <a:r>
                        <a:rPr lang="en-GB"/>
                        <a:t>Computational Cost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Higher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Lower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6398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151540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43D8B-AC16-4DB4-5367-5208D8440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Summary and Key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7F16A4-8CB6-5151-06C5-D267CA55E9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en-US" b="1"/>
              <a:t>Problem Setting for RL</a:t>
            </a:r>
            <a:r>
              <a:rPr lang="en-US"/>
              <a:t>:</a:t>
            </a:r>
          </a:p>
          <a:p>
            <a:pPr lvl="1"/>
            <a:r>
              <a:rPr lang="en-US"/>
              <a:t>No datasets available, </a:t>
            </a:r>
            <a:r>
              <a:rPr lang="en-US" i="1"/>
              <a:t>but can sample it from the simulator</a:t>
            </a:r>
          </a:p>
          <a:p>
            <a:pPr lvl="1"/>
            <a:r>
              <a:rPr lang="en-US"/>
              <a:t>No labels available, </a:t>
            </a:r>
            <a:r>
              <a:rPr lang="en-US" i="1"/>
              <a:t>but a feedback mechanism to assign a reward</a:t>
            </a:r>
          </a:p>
          <a:p>
            <a:pPr lvl="1"/>
            <a:r>
              <a:rPr lang="en-US"/>
              <a:t>Sequential: feedback after a long time</a:t>
            </a:r>
          </a:p>
          <a:p>
            <a:r>
              <a:rPr lang="en-US" b="1"/>
              <a:t>Formulate as MDP:</a:t>
            </a:r>
          </a:p>
          <a:p>
            <a:pPr lvl="1"/>
            <a:r>
              <a:rPr lang="en-US"/>
              <a:t>Define the correct state and action space</a:t>
            </a:r>
          </a:p>
          <a:p>
            <a:pPr lvl="1"/>
            <a:r>
              <a:rPr lang="en-US"/>
              <a:t>Careful with the choice of reward</a:t>
            </a:r>
          </a:p>
          <a:p>
            <a:r>
              <a:rPr lang="en-US" b="1"/>
              <a:t>RL Algorithms:</a:t>
            </a:r>
          </a:p>
          <a:p>
            <a:pPr lvl="1"/>
            <a:r>
              <a:rPr lang="en-US"/>
              <a:t>Try out different RL algorithms, such as DQN and PPO.</a:t>
            </a:r>
          </a:p>
          <a:p>
            <a:pPr lvl="1"/>
            <a:r>
              <a:rPr lang="en-US"/>
              <a:t>Mostly empirical:</a:t>
            </a:r>
          </a:p>
          <a:p>
            <a:pPr lvl="2"/>
            <a:r>
              <a:rPr lang="en-US"/>
              <a:t>PPO: for discrete actions</a:t>
            </a:r>
          </a:p>
          <a:p>
            <a:pPr lvl="2"/>
            <a:r>
              <a:rPr lang="en-US"/>
              <a:t>SAC: for continuous actions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54496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D2F44-1C0E-493C-691A-80DC987FB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Closing of Deep Learning Bootcamp 2026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374203-6B58-8886-FFDB-5E14D43D1C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Deep Learning Bootcamp ends here!</a:t>
            </a:r>
          </a:p>
          <a:p>
            <a:r>
              <a:rPr lang="en-US"/>
              <a:t>We will come back again next semester.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9C1FEC-A984-D1A3-3C15-E461BF1DA7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3338" y="5370949"/>
            <a:ext cx="6805323" cy="93726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31FBE24-0189-333F-B00C-32F004D63E4B}"/>
              </a:ext>
            </a:extLst>
          </p:cNvPr>
          <p:cNvSpPr txBox="1"/>
          <p:nvPr/>
        </p:nvSpPr>
        <p:spPr>
          <a:xfrm>
            <a:off x="4209041" y="6308209"/>
            <a:ext cx="37739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Thanks to all the supporting clubs.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E0B014-2A50-B82C-0F7A-EDD3B9D6ACA1}"/>
              </a:ext>
            </a:extLst>
          </p:cNvPr>
          <p:cNvSpPr txBox="1"/>
          <p:nvPr/>
        </p:nvSpPr>
        <p:spPr>
          <a:xfrm>
            <a:off x="4220294" y="3493547"/>
            <a:ext cx="3751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Thanks for attending the session!</a:t>
            </a:r>
          </a:p>
        </p:txBody>
      </p:sp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22306E3D-2456-574D-7008-48BB94D54E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5901" y="1593929"/>
            <a:ext cx="3265964" cy="326596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1F800D9-C957-E5CE-8A3D-D5BD6654C6AB}"/>
              </a:ext>
            </a:extLst>
          </p:cNvPr>
          <p:cNvSpPr txBox="1"/>
          <p:nvPr/>
        </p:nvSpPr>
        <p:spPr>
          <a:xfrm>
            <a:off x="8145901" y="4866680"/>
            <a:ext cx="32808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Please submit your feedback!</a:t>
            </a:r>
          </a:p>
        </p:txBody>
      </p:sp>
    </p:spTree>
    <p:extLst>
      <p:ext uri="{BB962C8B-B14F-4D97-AF65-F5344CB8AC3E}">
        <p14:creationId xmlns:p14="http://schemas.microsoft.com/office/powerpoint/2010/main" val="128166936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3EF6F-F10A-C9EE-ED65-DB90A24E4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Give us Feedback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38E8AF-1805-0802-0624-E24E625E61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92539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7E71E-E134-FAAC-0A0A-3820FDDC7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996" y="-88305"/>
            <a:ext cx="11530286" cy="1170448"/>
          </a:xfrm>
        </p:spPr>
        <p:txBody>
          <a:bodyPr>
            <a:normAutofit fontScale="90000"/>
          </a:bodyPr>
          <a:lstStyle/>
          <a:p>
            <a:r>
              <a:rPr lang="en-US"/>
              <a:t>Where does this kind of problem arise? </a:t>
            </a:r>
            <a:r>
              <a:rPr lang="en-US" b="1">
                <a:solidFill>
                  <a:srgbClr val="C00000"/>
                </a:solidFill>
              </a:rPr>
              <a:t>[ROBOTICS]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6674D7-C0F6-269D-0574-210B9FA72E3D}"/>
              </a:ext>
            </a:extLst>
          </p:cNvPr>
          <p:cNvSpPr txBox="1"/>
          <p:nvPr/>
        </p:nvSpPr>
        <p:spPr>
          <a:xfrm>
            <a:off x="3450898" y="1085428"/>
            <a:ext cx="61239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Current Pose </a:t>
            </a:r>
            <a:r>
              <a:rPr lang="en-US" b="1">
                <a:sym typeface="Wingdings" pitchFamily="2" charset="2"/>
              </a:rPr>
              <a:t> </a:t>
            </a:r>
            <a:r>
              <a:rPr lang="en-US" b="1">
                <a:solidFill>
                  <a:srgbClr val="C00000"/>
                </a:solidFill>
                <a:sym typeface="Wingdings" pitchFamily="2" charset="2"/>
              </a:rPr>
              <a:t>Move Direction (Decision)</a:t>
            </a:r>
            <a:r>
              <a:rPr lang="en-US" b="1">
                <a:sym typeface="Wingdings" pitchFamily="2" charset="2"/>
              </a:rPr>
              <a:t>  New Pose</a:t>
            </a:r>
            <a:endParaRPr lang="en-US" b="1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675BFB0-5AD1-9F9B-FAB5-7AEF5CAAB5CF}"/>
              </a:ext>
            </a:extLst>
          </p:cNvPr>
          <p:cNvGraphicFramePr>
            <a:graphicFrameLocks noGrp="1"/>
          </p:cNvGraphicFramePr>
          <p:nvPr/>
        </p:nvGraphicFramePr>
        <p:xfrm>
          <a:off x="6512859" y="1988300"/>
          <a:ext cx="4760260" cy="38318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0065">
                  <a:extLst>
                    <a:ext uri="{9D8B030D-6E8A-4147-A177-3AD203B41FA5}">
                      <a16:colId xmlns:a16="http://schemas.microsoft.com/office/drawing/2014/main" val="2218195098"/>
                    </a:ext>
                  </a:extLst>
                </a:gridCol>
                <a:gridCol w="1190065">
                  <a:extLst>
                    <a:ext uri="{9D8B030D-6E8A-4147-A177-3AD203B41FA5}">
                      <a16:colId xmlns:a16="http://schemas.microsoft.com/office/drawing/2014/main" val="3735584909"/>
                    </a:ext>
                  </a:extLst>
                </a:gridCol>
                <a:gridCol w="1190065">
                  <a:extLst>
                    <a:ext uri="{9D8B030D-6E8A-4147-A177-3AD203B41FA5}">
                      <a16:colId xmlns:a16="http://schemas.microsoft.com/office/drawing/2014/main" val="3949663331"/>
                    </a:ext>
                  </a:extLst>
                </a:gridCol>
                <a:gridCol w="1190065">
                  <a:extLst>
                    <a:ext uri="{9D8B030D-6E8A-4147-A177-3AD203B41FA5}">
                      <a16:colId xmlns:a16="http://schemas.microsoft.com/office/drawing/2014/main" val="3093098045"/>
                    </a:ext>
                  </a:extLst>
                </a:gridCol>
              </a:tblGrid>
              <a:tr h="95795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9677669"/>
                  </a:ext>
                </a:extLst>
              </a:tr>
              <a:tr h="95795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0763705"/>
                  </a:ext>
                </a:extLst>
              </a:tr>
              <a:tr h="95795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5922750"/>
                  </a:ext>
                </a:extLst>
              </a:tr>
              <a:tr h="95795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2761181"/>
                  </a:ext>
                </a:extLst>
              </a:tr>
            </a:tbl>
          </a:graphicData>
        </a:graphic>
      </p:graphicFrame>
      <p:grpSp>
        <p:nvGrpSpPr>
          <p:cNvPr id="26" name="Group 25">
            <a:extLst>
              <a:ext uri="{FF2B5EF4-FFF2-40B4-BE49-F238E27FC236}">
                <a16:creationId xmlns:a16="http://schemas.microsoft.com/office/drawing/2014/main" id="{7E7471DE-20E6-DE4C-9186-D890E28EA623}"/>
              </a:ext>
            </a:extLst>
          </p:cNvPr>
          <p:cNvGrpSpPr/>
          <p:nvPr/>
        </p:nvGrpSpPr>
        <p:grpSpPr>
          <a:xfrm>
            <a:off x="7429931" y="3469341"/>
            <a:ext cx="1795185" cy="1889981"/>
            <a:chOff x="4746810" y="3304920"/>
            <a:chExt cx="1795185" cy="1889981"/>
          </a:xfrm>
        </p:grpSpPr>
        <p:pic>
          <p:nvPicPr>
            <p:cNvPr id="5" name="Graphic 4" descr="Robot with solid fill">
              <a:extLst>
                <a:ext uri="{FF2B5EF4-FFF2-40B4-BE49-F238E27FC236}">
                  <a16:creationId xmlns:a16="http://schemas.microsoft.com/office/drawing/2014/main" id="{C3952CDF-839D-CE3F-4FD9-A419214EB06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204011" y="3775567"/>
              <a:ext cx="851647" cy="851647"/>
            </a:xfrm>
            <a:prstGeom prst="rect">
              <a:avLst/>
            </a:prstGeom>
          </p:spPr>
        </p:pic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5A06F422-B06E-1780-C5BF-14245BEC76FF}"/>
                </a:ext>
              </a:extLst>
            </p:cNvPr>
            <p:cNvCxnSpPr/>
            <p:nvPr/>
          </p:nvCxnSpPr>
          <p:spPr>
            <a:xfrm flipV="1">
              <a:off x="5629834" y="3304920"/>
              <a:ext cx="0" cy="470647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A76EA192-0B1C-6506-5765-42339CA31DA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46810" y="4228431"/>
              <a:ext cx="551331" cy="0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280C48DE-C641-62DF-741C-75ECB74F35F6}"/>
                </a:ext>
              </a:extLst>
            </p:cNvPr>
            <p:cNvCxnSpPr>
              <a:cxnSpLocks/>
            </p:cNvCxnSpPr>
            <p:nvPr/>
          </p:nvCxnSpPr>
          <p:spPr>
            <a:xfrm>
              <a:off x="5629834" y="4627214"/>
              <a:ext cx="0" cy="567687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15EC294E-11B5-0EE2-3E8D-930166AC89C2}"/>
                </a:ext>
              </a:extLst>
            </p:cNvPr>
            <p:cNvCxnSpPr>
              <a:cxnSpLocks/>
            </p:cNvCxnSpPr>
            <p:nvPr/>
          </p:nvCxnSpPr>
          <p:spPr>
            <a:xfrm>
              <a:off x="5909982" y="4228431"/>
              <a:ext cx="632013" cy="0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8FF4DFB-0D31-F807-2956-6D92E0DE34C2}"/>
              </a:ext>
            </a:extLst>
          </p:cNvPr>
          <p:cNvGrpSpPr/>
          <p:nvPr/>
        </p:nvGrpSpPr>
        <p:grpSpPr>
          <a:xfrm>
            <a:off x="1706627" y="1990850"/>
            <a:ext cx="3235794" cy="646331"/>
            <a:chOff x="1887534" y="2659656"/>
            <a:chExt cx="3235794" cy="646331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962E987-B76A-7C9C-2853-04EAA8B3A0FA}"/>
                </a:ext>
              </a:extLst>
            </p:cNvPr>
            <p:cNvSpPr txBox="1"/>
            <p:nvPr/>
          </p:nvSpPr>
          <p:spPr>
            <a:xfrm>
              <a:off x="1887534" y="2659656"/>
              <a:ext cx="99322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/>
                <a:t>Current</a:t>
              </a:r>
            </a:p>
            <a:p>
              <a:pPr algn="ctr"/>
              <a:r>
                <a:rPr lang="en-US" b="1"/>
                <a:t>Pose</a:t>
              </a:r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12849581-0D3A-C2BE-1C15-63562CDDEF88}"/>
                </a:ext>
              </a:extLst>
            </p:cNvPr>
            <p:cNvGrpSpPr/>
            <p:nvPr/>
          </p:nvGrpSpPr>
          <p:grpSpPr>
            <a:xfrm>
              <a:off x="2664053" y="2703263"/>
              <a:ext cx="2269186" cy="540000"/>
              <a:chOff x="2407920" y="3524191"/>
              <a:chExt cx="2269186" cy="540000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8" name="Rectangle 17">
                    <a:extLst>
                      <a:ext uri="{FF2B5EF4-FFF2-40B4-BE49-F238E27FC236}">
                        <a16:creationId xmlns:a16="http://schemas.microsoft.com/office/drawing/2014/main" id="{D2135622-2CBE-473E-139A-F2E67C70CCEF}"/>
                      </a:ext>
                    </a:extLst>
                  </p:cNvPr>
                  <p:cNvSpPr/>
                  <p:nvPr/>
                </p:nvSpPr>
                <p:spPr>
                  <a:xfrm>
                    <a:off x="2834513" y="3524191"/>
                    <a:ext cx="1416000" cy="540000"/>
                  </a:xfrm>
                  <a:prstGeom prst="rect">
                    <a:avLst/>
                  </a:prstGeom>
                  <a:solidFill>
                    <a:schemeClr val="accent2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  <m:d>
                            <m:dPr>
                              <m:ctrlP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oMath>
                      </m:oMathPara>
                    </a14:m>
                    <a:endParaRPr lang="en-GB" b="1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18" name="Rectangle 17">
                    <a:extLst>
                      <a:ext uri="{FF2B5EF4-FFF2-40B4-BE49-F238E27FC236}">
                        <a16:creationId xmlns:a16="http://schemas.microsoft.com/office/drawing/2014/main" id="{D2135622-2CBE-473E-139A-F2E67C70CCEF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34513" y="3524191"/>
                    <a:ext cx="1416000" cy="540000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5E579CDB-4D5A-09AD-89A7-DCDBBB809BC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07920" y="3811118"/>
                <a:ext cx="426593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191EE15F-EFAB-C7F7-C593-30BC42CB751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47517" y="3803750"/>
                <a:ext cx="429589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9CDF55C3-5ACE-0D0C-F15E-DA1D7AAF5B8E}"/>
                </a:ext>
              </a:extLst>
            </p:cNvPr>
            <p:cNvCxnSpPr/>
            <p:nvPr/>
          </p:nvCxnSpPr>
          <p:spPr>
            <a:xfrm flipV="1">
              <a:off x="5123328" y="2720968"/>
              <a:ext cx="0" cy="470647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B4CF6F03-EC41-278E-E693-F43F2E7662DD}"/>
              </a:ext>
            </a:extLst>
          </p:cNvPr>
          <p:cNvSpPr/>
          <p:nvPr/>
        </p:nvSpPr>
        <p:spPr>
          <a:xfrm>
            <a:off x="1590236" y="3002093"/>
            <a:ext cx="3722164" cy="933650"/>
          </a:xfrm>
          <a:prstGeom prst="roundRect">
            <a:avLst>
              <a:gd name="adj" fmla="val 5144"/>
            </a:avLst>
          </a:prstGeom>
          <a:solidFill>
            <a:schemeClr val="accent6">
              <a:lumMod val="20000"/>
              <a:lumOff val="80000"/>
              <a:alpha val="58499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tx1"/>
                </a:solidFill>
              </a:rPr>
              <a:t>Given the </a:t>
            </a:r>
            <a:r>
              <a:rPr lang="en-US" sz="1600" b="1">
                <a:solidFill>
                  <a:schemeClr val="tx1"/>
                </a:solidFill>
              </a:rPr>
              <a:t>current pose</a:t>
            </a:r>
            <a:r>
              <a:rPr lang="en-US" sz="1600">
                <a:solidFill>
                  <a:schemeClr val="tx1"/>
                </a:solidFill>
              </a:rPr>
              <a:t>, </a:t>
            </a:r>
          </a:p>
          <a:p>
            <a:pPr algn="ctr"/>
            <a:r>
              <a:rPr lang="en-US" sz="1600">
                <a:solidFill>
                  <a:schemeClr val="tx1"/>
                </a:solidFill>
              </a:rPr>
              <a:t>predict </a:t>
            </a:r>
            <a:r>
              <a:rPr lang="en-US" sz="1600" b="1">
                <a:solidFill>
                  <a:schemeClr val="tx1"/>
                </a:solidFill>
              </a:rPr>
              <a:t>which class </a:t>
            </a:r>
          </a:p>
          <a:p>
            <a:pPr algn="ctr"/>
            <a:r>
              <a:rPr lang="en-US" sz="1600" b="1">
                <a:solidFill>
                  <a:schemeClr val="tx1"/>
                </a:solidFill>
              </a:rPr>
              <a:t>(Up, Down, Left, and Right)</a:t>
            </a:r>
          </a:p>
        </p:txBody>
      </p:sp>
    </p:spTree>
    <p:extLst>
      <p:ext uri="{BB962C8B-B14F-4D97-AF65-F5344CB8AC3E}">
        <p14:creationId xmlns:p14="http://schemas.microsoft.com/office/powerpoint/2010/main" val="1706769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5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489a2b12-d97d-410e-8804-b602bba5fc03}" enabled="1" method="Privileged" siteId="{15ce9348-be2a-462b-8fc0-e1765a9b204a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36</Slides>
  <Notes>15</Notes>
  <HiddenSlides>1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7" baseType="lpstr">
      <vt:lpstr>office theme</vt:lpstr>
      <vt:lpstr>PowerPoint Presentation</vt:lpstr>
      <vt:lpstr>Link to Resources</vt:lpstr>
      <vt:lpstr>Outline</vt:lpstr>
      <vt:lpstr>Supervised Learning: Recap</vt:lpstr>
      <vt:lpstr>No Datasets and No Labels??</vt:lpstr>
      <vt:lpstr>Where does this kind of problem arise? [ROBOTICS]</vt:lpstr>
      <vt:lpstr>Where does this kind of problem arise? [GAMES]</vt:lpstr>
      <vt:lpstr>Where does this kind of problem arise? [Material Sc.]</vt:lpstr>
      <vt:lpstr>Where does this kind of problem arise? [LLMs]</vt:lpstr>
      <vt:lpstr>Comparison of Traditional RL vs RL in LLMs </vt:lpstr>
      <vt:lpstr>Identify Common Themes in These Problems</vt:lpstr>
      <vt:lpstr>Reinforcement Learning</vt:lpstr>
      <vt:lpstr>Sequential Decision Making</vt:lpstr>
      <vt:lpstr>Markov Decision Process (MDP)</vt:lpstr>
      <vt:lpstr>Markov Decision Process (MDP)</vt:lpstr>
      <vt:lpstr>Formulating Reinforcement Learning problem</vt:lpstr>
      <vt:lpstr>Formulating Reinforcement Learning problem – Example – Grid World</vt:lpstr>
      <vt:lpstr>Formulating Reinforcement Learning problem – Example 2 – Flappy Bird</vt:lpstr>
      <vt:lpstr>Formulating Reinforcement Learning problem – Example 2 – Flappy Bird</vt:lpstr>
      <vt:lpstr>Formulating Reinforcement Learning problem – Example 2 – Flappy Bird</vt:lpstr>
      <vt:lpstr>OpenAI Gym (Notebook Exercise)</vt:lpstr>
      <vt:lpstr>OpenAI Gym (Notebook Exercise)</vt:lpstr>
      <vt:lpstr>Break</vt:lpstr>
      <vt:lpstr>Solving the RL formulation</vt:lpstr>
      <vt:lpstr>DQN Intuition (Value-based)</vt:lpstr>
      <vt:lpstr>REINFORCE Intuition (Policy-based)</vt:lpstr>
      <vt:lpstr>Summary: Different RL Algorithms</vt:lpstr>
      <vt:lpstr>Libraries for RL Algorithms</vt:lpstr>
      <vt:lpstr>StableBaselines3 (Notebook Exercise)</vt:lpstr>
      <vt:lpstr>Advanced Algorithms: PPO</vt:lpstr>
      <vt:lpstr>Advanced Algorithms: GRPO</vt:lpstr>
      <vt:lpstr>Advanced Algorithms: PPO vs GRPO</vt:lpstr>
      <vt:lpstr>Summary and Key Takeaways</vt:lpstr>
      <vt:lpstr>Closing of Deep Learning Bootcamp 2026</vt:lpstr>
      <vt:lpstr>Give us Feedback</vt:lpstr>
      <vt:lpstr>Where does this kind of problem arise? [ROBOTICS]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</cp:revision>
  <cp:lastPrinted>2026-04-06T15:30:41Z</cp:lastPrinted>
  <dcterms:created xsi:type="dcterms:W3CDTF">2026-03-18T07:45:45Z</dcterms:created>
  <dcterms:modified xsi:type="dcterms:W3CDTF">2026-04-10T05:58:35Z</dcterms:modified>
</cp:coreProperties>
</file>